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18"/>
  </p:notesMasterIdLst>
  <p:sldIdLst>
    <p:sldId id="259" r:id="rId5"/>
    <p:sldId id="280" r:id="rId6"/>
    <p:sldId id="260" r:id="rId7"/>
    <p:sldId id="261" r:id="rId8"/>
    <p:sldId id="258" r:id="rId9"/>
    <p:sldId id="273" r:id="rId10"/>
    <p:sldId id="274" r:id="rId11"/>
    <p:sldId id="275" r:id="rId12"/>
    <p:sldId id="276" r:id="rId13"/>
    <p:sldId id="277" r:id="rId14"/>
    <p:sldId id="278"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549" autoAdjust="0"/>
  </p:normalViewPr>
  <p:slideViewPr>
    <p:cSldViewPr snapToGrid="0">
      <p:cViewPr varScale="1">
        <p:scale>
          <a:sx n="76" d="100"/>
          <a:sy n="76" d="100"/>
        </p:scale>
        <p:origin x="946" y="62"/>
      </p:cViewPr>
      <p:guideLst/>
    </p:cSldViewPr>
  </p:slideViewPr>
  <p:outlineViewPr>
    <p:cViewPr>
      <p:scale>
        <a:sx n="33" d="100"/>
        <a:sy n="33" d="100"/>
      </p:scale>
      <p:origin x="0" y="-588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61595-59EE-46FE-9AD4-893BD3CF30D8}" type="datetimeFigureOut">
              <a:rPr lang="en-US" smtClean="0"/>
              <a:t>2/28/2025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66E22B-85CA-45C7-86A8-A17C38B96A98}"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6" name="Rectangle 5"/>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p:cNvGrpSpPr/>
          <p:nvPr userDrawn="1"/>
        </p:nvGrpSpPr>
        <p:grpSpPr>
          <a:xfrm flipH="1">
            <a:off x="0" y="0"/>
            <a:ext cx="7724071" cy="6858000"/>
            <a:chOff x="4464881" y="0"/>
            <a:chExt cx="7724071" cy="6858000"/>
          </a:xfrm>
        </p:grpSpPr>
        <p:pic>
          <p:nvPicPr>
            <p:cNvPr id="8" name="Picture 7" descr="A picture containing holding&#10;&#10;Description automatically generated"/>
            <p:cNvPicPr>
              <a:picLocks noChangeAspect="1"/>
            </p:cNvPicPr>
            <p:nvPr/>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p:cNvPicPr>
              <a:picLocks noChangeAspect="1"/>
            </p:cNvPicPr>
            <p:nvPr/>
          </p:nvPicPr>
          <p:blipFill>
            <a:blip r:embed="rId3">
              <a:alphaModFix amt="7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p:cNvSpPr/>
          <p:nvPr userDrawn="1"/>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Title 1"/>
          <p:cNvSpPr>
            <a:spLocks noGrp="1"/>
          </p:cNvSpPr>
          <p:nvPr>
            <p:ph type="ctrTitle"/>
          </p:nvPr>
        </p:nvSpPr>
        <p:spPr>
          <a:xfrm>
            <a:off x="5943600" y="1066800"/>
            <a:ext cx="5257800" cy="2833528"/>
          </a:xfrm>
        </p:spPr>
        <p:txBody>
          <a:bodyPr anchor="b">
            <a:normAutofit/>
          </a:bodyPr>
          <a:lstStyle/>
          <a:p>
            <a:pPr algn="l">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2" name="Subtitle 2"/>
          <p:cNvSpPr>
            <a:spLocks noGrp="1"/>
          </p:cNvSpPr>
          <p:nvPr>
            <p:ph type="subTitle" idx="1"/>
          </p:nvPr>
        </p:nvSpPr>
        <p:spPr>
          <a:xfrm>
            <a:off x="5943599" y="4074784"/>
            <a:ext cx="5257799" cy="1640216"/>
          </a:xfrm>
        </p:spPr>
        <p:txBody>
          <a:bodyPr anchor="t"/>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5" name="Picture Placeholder 14"/>
          <p:cNvSpPr>
            <a:spLocks noGrp="1"/>
          </p:cNvSpPr>
          <p:nvPr>
            <p:ph type="pic" sz="quarter" idx="13"/>
          </p:nvPr>
        </p:nvSpPr>
        <p:spPr>
          <a:xfrm>
            <a:off x="713232" y="740664"/>
            <a:ext cx="4745736" cy="5394960"/>
          </a:xfrm>
          <a:solidFill>
            <a:schemeClr val="accent6"/>
          </a:solidFill>
        </p:spPr>
        <p:txBody>
          <a:bodyPr/>
          <a:lstStyle/>
          <a:p>
            <a:r>
              <a:rPr lang="en-US"/>
              <a:t>Click icon to add picture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nda">
    <p:spTree>
      <p:nvGrpSpPr>
        <p:cNvPr id="1" name=""/>
        <p:cNvGrpSpPr/>
        <p:nvPr/>
      </p:nvGrpSpPr>
      <p:grpSpPr>
        <a:xfrm>
          <a:off x="0" y="0"/>
          <a:ext cx="0" cy="0"/>
          <a:chOff x="0" y="0"/>
          <a:chExt cx="0" cy="0"/>
        </a:xfrm>
      </p:grpSpPr>
      <p:sp>
        <p:nvSpPr>
          <p:cNvPr id="6" name="Rectangle 5"/>
          <p:cNvSpPr/>
          <p:nvPr userDrawn="1"/>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p:cNvGrpSpPr/>
          <p:nvPr userDrawn="1"/>
        </p:nvGrpSpPr>
        <p:grpSpPr>
          <a:xfrm flipH="1">
            <a:off x="0" y="0"/>
            <a:ext cx="7724071" cy="6858000"/>
            <a:chOff x="4464881" y="0"/>
            <a:chExt cx="7724071" cy="6858000"/>
          </a:xfrm>
        </p:grpSpPr>
        <p:pic>
          <p:nvPicPr>
            <p:cNvPr id="8" name="Picture 7" descr="A picture containing holding&#10;&#10;Description automatically generated"/>
            <p:cNvPicPr>
              <a:picLocks noChangeAspect="1"/>
            </p:cNvPicPr>
            <p:nvPr/>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p:cNvPicPr>
              <a:picLocks noChangeAspect="1"/>
            </p:cNvPicPr>
            <p:nvPr/>
          </p:nvPicPr>
          <p:blipFill>
            <a:blip r:embed="rId3">
              <a:alphaModFix amt="7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p:cNvSpPr/>
          <p:nvPr userDrawn="1"/>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p:cNvSpPr>
            <a:spLocks noGrp="1"/>
          </p:cNvSpPr>
          <p:nvPr>
            <p:ph type="title"/>
          </p:nvPr>
        </p:nvSpPr>
        <p:spPr>
          <a:xfrm>
            <a:off x="1143000" y="990599"/>
            <a:ext cx="4953000"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2" name="Content Placeholder 2"/>
          <p:cNvSpPr>
            <a:spLocks noGrp="1"/>
          </p:cNvSpPr>
          <p:nvPr>
            <p:ph idx="1"/>
          </p:nvPr>
        </p:nvSpPr>
        <p:spPr>
          <a:xfrm>
            <a:off x="1143000" y="3352800"/>
            <a:ext cx="4953000" cy="2514600"/>
          </a:xfrm>
        </p:spPr>
        <p:txBody>
          <a:bodyPr>
            <a:normAutofit/>
          </a:bodyPr>
          <a:lstStyle>
            <a:lvl1pPr marL="0" indent="0">
              <a:buNone/>
              <a:defRPr/>
            </a:lvl1pPr>
          </a:lstStyle>
          <a:p>
            <a:pPr lvl="0">
              <a:lnSpc>
                <a:spcPct val="110000"/>
              </a:lnSpc>
            </a:pPr>
            <a:r>
              <a:rPr lang="en-US" sz="1800"/>
              <a:t>Click to edit Master text styles</a:t>
            </a:r>
          </a:p>
        </p:txBody>
      </p:sp>
      <p:sp>
        <p:nvSpPr>
          <p:cNvPr id="16" name="Picture Placeholder 15"/>
          <p:cNvSpPr>
            <a:spLocks noGrp="1"/>
          </p:cNvSpPr>
          <p:nvPr>
            <p:ph type="pic" sz="quarter" idx="13"/>
          </p:nvPr>
        </p:nvSpPr>
        <p:spPr>
          <a:xfrm>
            <a:off x="6784848" y="813816"/>
            <a:ext cx="4617720" cy="2551176"/>
          </a:xfrm>
          <a:solidFill>
            <a:schemeClr val="accent6"/>
          </a:solidFill>
        </p:spPr>
        <p:txBody>
          <a:bodyPr/>
          <a:lstStyle/>
          <a:p>
            <a:r>
              <a:rPr lang="en-US"/>
              <a:t>Click icon to add picture</a:t>
            </a:r>
            <a:endParaRPr lang="en-US" dirty="0"/>
          </a:p>
        </p:txBody>
      </p:sp>
      <p:sp>
        <p:nvSpPr>
          <p:cNvPr id="17" name="Picture Placeholder 15"/>
          <p:cNvSpPr>
            <a:spLocks noGrp="1"/>
          </p:cNvSpPr>
          <p:nvPr>
            <p:ph type="pic" sz="quarter" idx="14"/>
          </p:nvPr>
        </p:nvSpPr>
        <p:spPr>
          <a:xfrm>
            <a:off x="6784848" y="3465576"/>
            <a:ext cx="4617720" cy="2551176"/>
          </a:xfrm>
          <a:solidFill>
            <a:schemeClr val="accent6"/>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6" name="Group 5"/>
          <p:cNvGrpSpPr/>
          <p:nvPr userDrawn="1"/>
        </p:nvGrpSpPr>
        <p:grpSpPr>
          <a:xfrm>
            <a:off x="4464881" y="0"/>
            <a:ext cx="7724071" cy="6858000"/>
            <a:chOff x="4464881" y="0"/>
            <a:chExt cx="7724071" cy="6858000"/>
          </a:xfrm>
        </p:grpSpPr>
        <p:pic>
          <p:nvPicPr>
            <p:cNvPr id="7" name="Picture 6" descr="A picture containing holding&#10;&#10;Description automatically generated"/>
            <p:cNvPicPr>
              <a:picLocks noChangeAspect="1"/>
            </p:cNvPicPr>
            <p:nvPr/>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 name="Picture 7" descr="A picture containing holding, flower&#10;&#10;Description automatically generated"/>
            <p:cNvPicPr>
              <a:picLocks noChangeAspect="1"/>
            </p:cNvPicPr>
            <p:nvPr/>
          </p:nvPicPr>
          <p:blipFill>
            <a:blip r:embed="rId3">
              <a:alphaModFix amt="7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9" name="Title 1"/>
          <p:cNvSpPr>
            <a:spLocks noGrp="1"/>
          </p:cNvSpPr>
          <p:nvPr>
            <p:ph type="title"/>
          </p:nvPr>
        </p:nvSpPr>
        <p:spPr>
          <a:xfrm>
            <a:off x="838200" y="393192"/>
            <a:ext cx="4953000"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0" name="Content Placeholder 2"/>
          <p:cNvSpPr>
            <a:spLocks noGrp="1"/>
          </p:cNvSpPr>
          <p:nvPr>
            <p:ph idx="1"/>
          </p:nvPr>
        </p:nvSpPr>
        <p:spPr>
          <a:xfrm>
            <a:off x="838200" y="2724912"/>
            <a:ext cx="4952681" cy="3410712"/>
          </a:xfrm>
        </p:spPr>
        <p:txBody>
          <a:bodyPr anchor="t" anchorCtr="0">
            <a:normAutofit/>
          </a:bodyPr>
          <a:lstStyle>
            <a:lvl1pPr marL="0" indent="0">
              <a:buNone/>
              <a:defRPr/>
            </a:lvl1pPr>
          </a:lstStyle>
          <a:p>
            <a:pPr lvl="0">
              <a:lnSpc>
                <a:spcPct val="110000"/>
              </a:lnSpc>
            </a:pPr>
            <a:r>
              <a:rPr lang="en-US" sz="1800"/>
              <a:t>Click to edit Master text styles</a:t>
            </a:r>
          </a:p>
        </p:txBody>
      </p:sp>
      <p:sp>
        <p:nvSpPr>
          <p:cNvPr id="13" name="Picture Placeholder 12"/>
          <p:cNvSpPr>
            <a:spLocks noGrp="1"/>
          </p:cNvSpPr>
          <p:nvPr>
            <p:ph type="pic" sz="quarter" idx="13"/>
          </p:nvPr>
        </p:nvSpPr>
        <p:spPr>
          <a:xfrm>
            <a:off x="7086600" y="568324"/>
            <a:ext cx="4727448" cy="5715000"/>
          </a:xfrm>
          <a:solidFill>
            <a:schemeClr val="accent6"/>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6" name="Rectangle 5"/>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p:cNvGrpSpPr/>
          <p:nvPr userDrawn="1"/>
        </p:nvGrpSpPr>
        <p:grpSpPr>
          <a:xfrm>
            <a:off x="6477000" y="0"/>
            <a:ext cx="5711952" cy="5071492"/>
            <a:chOff x="4464881" y="0"/>
            <a:chExt cx="7724071" cy="6858000"/>
          </a:xfrm>
        </p:grpSpPr>
        <p:pic>
          <p:nvPicPr>
            <p:cNvPr id="8" name="Picture 7" descr="A picture containing holding&#10;&#10;Description automatically generated"/>
            <p:cNvPicPr>
              <a:picLocks noChangeAspect="1"/>
            </p:cNvPicPr>
            <p:nvPr/>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p:cNvPicPr>
              <a:picLocks noChangeAspect="1"/>
            </p:cNvPicPr>
            <p:nvPr/>
          </p:nvPicPr>
          <p:blipFill>
            <a:blip r:embed="rId3">
              <a:alphaModFix amt="7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Title 1"/>
          <p:cNvSpPr>
            <a:spLocks noGrp="1"/>
          </p:cNvSpPr>
          <p:nvPr>
            <p:ph type="ctrTitle"/>
          </p:nvPr>
        </p:nvSpPr>
        <p:spPr>
          <a:xfrm>
            <a:off x="1293876" y="304801"/>
            <a:ext cx="9601200" cy="2301875"/>
          </a:xfrm>
        </p:spPr>
        <p:txBody>
          <a:bodyPr anchor="b">
            <a:normAutofit/>
          </a:bodyPr>
          <a:lstStyle>
            <a:lvl1pPr algn="ctr">
              <a:defRPr/>
            </a:lvl1pPr>
          </a:lstStyle>
          <a:p>
            <a:pPr>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1" name="Subtitle 2"/>
          <p:cNvSpPr>
            <a:spLocks noGrp="1"/>
          </p:cNvSpPr>
          <p:nvPr>
            <p:ph type="subTitle" idx="1"/>
          </p:nvPr>
        </p:nvSpPr>
        <p:spPr>
          <a:xfrm>
            <a:off x="1712976" y="2743201"/>
            <a:ext cx="8763001" cy="914400"/>
          </a:xfrm>
        </p:spPr>
        <p:txBody>
          <a:bodyPr anchor="t"/>
          <a:lstStyle>
            <a:lvl1pPr marL="0" indent="0" algn="ctr">
              <a:buNone/>
              <a:defRPr/>
            </a:lvl1pPr>
          </a:lstStyle>
          <a:p>
            <a:pPr>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6" name="Picture Placeholder 15"/>
          <p:cNvSpPr>
            <a:spLocks noGrp="1"/>
          </p:cNvSpPr>
          <p:nvPr>
            <p:ph type="pic" sz="quarter" idx="13"/>
          </p:nvPr>
        </p:nvSpPr>
        <p:spPr>
          <a:xfrm>
            <a:off x="0" y="3886200"/>
            <a:ext cx="4059936" cy="2971800"/>
          </a:xfrm>
          <a:solidFill>
            <a:schemeClr val="accent6"/>
          </a:solidFill>
        </p:spPr>
        <p:txBody>
          <a:bodyPr/>
          <a:lstStyle/>
          <a:p>
            <a:r>
              <a:rPr lang="en-US"/>
              <a:t>Click icon to add picture</a:t>
            </a:r>
            <a:endParaRPr lang="en-US" dirty="0"/>
          </a:p>
        </p:txBody>
      </p:sp>
      <p:sp>
        <p:nvSpPr>
          <p:cNvPr id="17" name="Picture Placeholder 15"/>
          <p:cNvSpPr>
            <a:spLocks noGrp="1"/>
          </p:cNvSpPr>
          <p:nvPr>
            <p:ph type="pic" sz="quarter" idx="14"/>
          </p:nvPr>
        </p:nvSpPr>
        <p:spPr>
          <a:xfrm>
            <a:off x="4050792" y="3886200"/>
            <a:ext cx="4087368" cy="2971800"/>
          </a:xfrm>
          <a:solidFill>
            <a:schemeClr val="accent6"/>
          </a:solidFill>
        </p:spPr>
        <p:txBody>
          <a:bodyPr/>
          <a:lstStyle/>
          <a:p>
            <a:r>
              <a:rPr lang="en-US"/>
              <a:t>Click icon to add picture</a:t>
            </a:r>
            <a:endParaRPr lang="en-US" dirty="0"/>
          </a:p>
        </p:txBody>
      </p:sp>
      <p:sp>
        <p:nvSpPr>
          <p:cNvPr id="18" name="Picture Placeholder 15"/>
          <p:cNvSpPr>
            <a:spLocks noGrp="1"/>
          </p:cNvSpPr>
          <p:nvPr>
            <p:ph type="pic" sz="quarter" idx="15"/>
          </p:nvPr>
        </p:nvSpPr>
        <p:spPr>
          <a:xfrm>
            <a:off x="8132064" y="3886200"/>
            <a:ext cx="4059936" cy="2971800"/>
          </a:xfrm>
          <a:solidFill>
            <a:schemeClr val="accent6"/>
          </a:solidFill>
        </p:spPr>
        <p:txBody>
          <a:bodyPr/>
          <a:lstStyle/>
          <a:p>
            <a:r>
              <a:rPr lang="en-US"/>
              <a:t>Click icon to add picture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20XX</a:t>
            </a:r>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p:cNvGrpSpPr/>
          <p:nvPr userDrawn="1"/>
        </p:nvGrpSpPr>
        <p:grpSpPr>
          <a:xfrm flipH="1">
            <a:off x="0" y="0"/>
            <a:ext cx="7724071" cy="6858000"/>
            <a:chOff x="4464881" y="0"/>
            <a:chExt cx="7724071" cy="6858000"/>
          </a:xfrm>
        </p:grpSpPr>
        <p:pic>
          <p:nvPicPr>
            <p:cNvPr id="8" name="Picture 7" descr="A picture containing holding&#10;&#10;Description automatically generated"/>
            <p:cNvPicPr>
              <a:picLocks noChangeAspect="1"/>
            </p:cNvPicPr>
            <p:nvPr/>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p:cNvPicPr>
              <a:picLocks noChangeAspect="1"/>
            </p:cNvPicPr>
            <p:nvPr/>
          </p:nvPicPr>
          <p:blipFill>
            <a:blip r:embed="rId3">
              <a:alphaModFix amt="7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p:cNvSpPr/>
          <p:nvPr userDrawn="1"/>
        </p:nvSpPr>
        <p:spPr>
          <a:xfrm>
            <a:off x="681228"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p:cNvSpPr>
            <a:spLocks noGrp="1"/>
          </p:cNvSpPr>
          <p:nvPr>
            <p:ph type="ctrTitle"/>
          </p:nvPr>
        </p:nvSpPr>
        <p:spPr>
          <a:xfrm>
            <a:off x="1071223" y="1066800"/>
            <a:ext cx="5367527" cy="2833528"/>
          </a:xfrm>
        </p:spPr>
        <p:txBody>
          <a:bodyPr anchor="b">
            <a:normAutofit/>
          </a:bodyPr>
          <a:lstStyle/>
          <a:p>
            <a:pPr algn="l">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2" name="Subtitle 2"/>
          <p:cNvSpPr>
            <a:spLocks noGrp="1"/>
          </p:cNvSpPr>
          <p:nvPr>
            <p:ph type="subTitle" idx="1"/>
          </p:nvPr>
        </p:nvSpPr>
        <p:spPr>
          <a:xfrm>
            <a:off x="1071223" y="4074784"/>
            <a:ext cx="5367526" cy="1640216"/>
          </a:xfrm>
        </p:spPr>
        <p:txBody>
          <a:bodyPr anchor="t"/>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6" name="Picture Placeholder 15"/>
          <p:cNvSpPr>
            <a:spLocks noGrp="1"/>
          </p:cNvSpPr>
          <p:nvPr>
            <p:ph type="pic" sz="quarter" idx="13"/>
          </p:nvPr>
        </p:nvSpPr>
        <p:spPr>
          <a:xfrm>
            <a:off x="7013448" y="1014984"/>
            <a:ext cx="4123944" cy="2322576"/>
          </a:xfrm>
          <a:solidFill>
            <a:schemeClr val="accent6"/>
          </a:solidFill>
        </p:spPr>
        <p:txBody>
          <a:bodyPr/>
          <a:lstStyle/>
          <a:p>
            <a:r>
              <a:rPr lang="en-US"/>
              <a:t>Click icon to add picture</a:t>
            </a:r>
            <a:endParaRPr lang="en-US" dirty="0"/>
          </a:p>
        </p:txBody>
      </p:sp>
      <p:sp>
        <p:nvSpPr>
          <p:cNvPr id="17" name="Picture Placeholder 15"/>
          <p:cNvSpPr>
            <a:spLocks noGrp="1"/>
          </p:cNvSpPr>
          <p:nvPr>
            <p:ph type="pic" sz="quarter" idx="14"/>
          </p:nvPr>
        </p:nvSpPr>
        <p:spPr>
          <a:xfrm>
            <a:off x="7013448" y="3511296"/>
            <a:ext cx="4123944" cy="2322576"/>
          </a:xfrm>
          <a:solidFill>
            <a:schemeClr val="accent6"/>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65256" y="1752600"/>
            <a:ext cx="5532319"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5256" y="2666999"/>
            <a:ext cx="5532319"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752600"/>
            <a:ext cx="5561106"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666999"/>
            <a:ext cx="5561106"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20XX</a:t>
            </a:r>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65256"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5256"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53361"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53361"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p:cNvSpPr>
            <a:spLocks noGrp="1"/>
          </p:cNvSpPr>
          <p:nvPr>
            <p:ph type="body" sz="quarter" idx="13"/>
          </p:nvPr>
        </p:nvSpPr>
        <p:spPr>
          <a:xfrm>
            <a:off x="8441466" y="1757319"/>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p:cNvSpPr>
            <a:spLocks noGrp="1"/>
          </p:cNvSpPr>
          <p:nvPr>
            <p:ph sz="quarter" idx="14"/>
          </p:nvPr>
        </p:nvSpPr>
        <p:spPr>
          <a:xfrm>
            <a:off x="8441466" y="2671718"/>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20XX</a:t>
            </a:r>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2" name="Rectangle 21"/>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Title 1"/>
          <p:cNvSpPr>
            <a:spLocks noGrp="1"/>
          </p:cNvSpPr>
          <p:nvPr>
            <p:ph type="title"/>
          </p:nvPr>
        </p:nvSpPr>
        <p:spPr>
          <a:xfrm>
            <a:off x="838200" y="393192"/>
            <a:ext cx="4524956"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5" name="Content Placeholder 2"/>
          <p:cNvSpPr>
            <a:spLocks noGrp="1"/>
          </p:cNvSpPr>
          <p:nvPr>
            <p:ph idx="1"/>
          </p:nvPr>
        </p:nvSpPr>
        <p:spPr>
          <a:xfrm>
            <a:off x="838200" y="2727297"/>
            <a:ext cx="4524664" cy="3412969"/>
          </a:xfrm>
        </p:spPr>
        <p:txBody>
          <a:bodyPr anchor="ctr" anchorCtr="0">
            <a:normAutofit/>
          </a:bodyPr>
          <a:lstStyle>
            <a:lvl1pPr marL="0" indent="0">
              <a:lnSpc>
                <a:spcPct val="100000"/>
              </a:lnSpc>
              <a:buNone/>
              <a:defRPr sz="1800"/>
            </a:lvl1pPr>
          </a:lstStyle>
          <a:p>
            <a:pPr lvl="0">
              <a:lnSpc>
                <a:spcPct val="110000"/>
              </a:lnSpc>
            </a:pPr>
            <a:r>
              <a:rPr lang="en-US" sz="1800"/>
              <a:t>Click to edit Master text styles</a:t>
            </a:r>
          </a:p>
        </p:txBody>
      </p:sp>
      <p:pic>
        <p:nvPicPr>
          <p:cNvPr id="16" name="Picture 15"/>
          <p:cNvPicPr>
            <a:picLocks noChangeAspect="1"/>
          </p:cNvPicPr>
          <p:nvPr userDrawn="1"/>
        </p:nvPicPr>
        <p:blipFill>
          <a:blip r:embed="rId2">
            <a:alphaModFix amt="1500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sp>
        <p:nvSpPr>
          <p:cNvPr id="24" name="Picture Placeholder 23"/>
          <p:cNvSpPr>
            <a:spLocks noGrp="1"/>
          </p:cNvSpPr>
          <p:nvPr>
            <p:ph type="pic" sz="quarter" idx="13"/>
          </p:nvPr>
        </p:nvSpPr>
        <p:spPr>
          <a:xfrm>
            <a:off x="5879592" y="740664"/>
            <a:ext cx="2798762" cy="2606040"/>
          </a:xfrm>
          <a:solidFill>
            <a:schemeClr val="accent6"/>
          </a:solidFill>
        </p:spPr>
        <p:txBody>
          <a:bodyPr/>
          <a:lstStyle/>
          <a:p>
            <a:r>
              <a:rPr lang="en-US"/>
              <a:t>Click icon to add picture</a:t>
            </a:r>
            <a:endParaRPr lang="en-US" dirty="0"/>
          </a:p>
        </p:txBody>
      </p:sp>
      <p:sp>
        <p:nvSpPr>
          <p:cNvPr id="25" name="Picture Placeholder 23"/>
          <p:cNvSpPr>
            <a:spLocks noGrp="1"/>
          </p:cNvSpPr>
          <p:nvPr>
            <p:ph type="pic" sz="quarter" idx="14"/>
          </p:nvPr>
        </p:nvSpPr>
        <p:spPr>
          <a:xfrm>
            <a:off x="8878824" y="740664"/>
            <a:ext cx="2798762" cy="2606040"/>
          </a:xfrm>
          <a:solidFill>
            <a:schemeClr val="accent6"/>
          </a:solidFill>
        </p:spPr>
        <p:txBody>
          <a:bodyPr/>
          <a:lstStyle/>
          <a:p>
            <a:r>
              <a:rPr lang="en-US"/>
              <a:t>Click icon to add picture</a:t>
            </a:r>
            <a:endParaRPr lang="en-US" dirty="0"/>
          </a:p>
        </p:txBody>
      </p:sp>
      <p:sp>
        <p:nvSpPr>
          <p:cNvPr id="26" name="Picture Placeholder 23"/>
          <p:cNvSpPr>
            <a:spLocks noGrp="1"/>
          </p:cNvSpPr>
          <p:nvPr>
            <p:ph type="pic" sz="quarter" idx="15"/>
          </p:nvPr>
        </p:nvSpPr>
        <p:spPr>
          <a:xfrm>
            <a:off x="5879592" y="3529584"/>
            <a:ext cx="2798762" cy="2606040"/>
          </a:xfrm>
          <a:solidFill>
            <a:schemeClr val="accent6"/>
          </a:solidFill>
        </p:spPr>
        <p:txBody>
          <a:bodyPr/>
          <a:lstStyle/>
          <a:p>
            <a:r>
              <a:rPr lang="en-US"/>
              <a:t>Click icon to add picture</a:t>
            </a:r>
            <a:endParaRPr lang="en-US" dirty="0"/>
          </a:p>
        </p:txBody>
      </p:sp>
      <p:sp>
        <p:nvSpPr>
          <p:cNvPr id="27" name="Picture Placeholder 23"/>
          <p:cNvSpPr>
            <a:spLocks noGrp="1"/>
          </p:cNvSpPr>
          <p:nvPr>
            <p:ph type="pic" sz="quarter" idx="16"/>
          </p:nvPr>
        </p:nvSpPr>
        <p:spPr>
          <a:xfrm>
            <a:off x="8869680" y="3529584"/>
            <a:ext cx="2798762" cy="2606040"/>
          </a:xfrm>
          <a:solidFill>
            <a:schemeClr val="accent6"/>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6" name="Rectangle 5"/>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 name="Title 1"/>
          <p:cNvSpPr>
            <a:spLocks noGrp="1"/>
          </p:cNvSpPr>
          <p:nvPr>
            <p:ph type="ctrTitle"/>
          </p:nvPr>
        </p:nvSpPr>
        <p:spPr>
          <a:xfrm>
            <a:off x="996275" y="394623"/>
            <a:ext cx="5996619" cy="2131033"/>
          </a:xfrm>
        </p:spPr>
        <p:txBody>
          <a:bodyPr anchor="ctr">
            <a:normAutofit/>
          </a:bodyPr>
          <a:lstStyle/>
          <a:p>
            <a:pPr algn="l"/>
            <a:r>
              <a:rPr lang="en-US" sz="4400">
                <a:cs typeface="Posterama" panose="020B0504020200020000" pitchFamily="34" charset="0"/>
              </a:rPr>
              <a:t>Click to edit Master title style</a:t>
            </a:r>
            <a:endParaRPr lang="en-US" sz="4400" dirty="0">
              <a:cs typeface="Posterama" panose="020B0504020200020000" pitchFamily="34" charset="0"/>
            </a:endParaRPr>
          </a:p>
        </p:txBody>
      </p:sp>
      <p:grpSp>
        <p:nvGrpSpPr>
          <p:cNvPr id="8" name="Group 7"/>
          <p:cNvGrpSpPr/>
          <p:nvPr userDrawn="1"/>
        </p:nvGrpSpPr>
        <p:grpSpPr>
          <a:xfrm flipV="1">
            <a:off x="8194385" y="20961"/>
            <a:ext cx="3997615" cy="6816079"/>
            <a:chOff x="8059620" y="41922"/>
            <a:chExt cx="3997615" cy="6816077"/>
          </a:xfrm>
        </p:grpSpPr>
        <p:pic>
          <p:nvPicPr>
            <p:cNvPr id="9" name="Picture 8" descr="A picture containing sitting, dark, front, cat&#10;&#10;Description automatically generated"/>
            <p:cNvPicPr>
              <a:picLocks noChangeAspect="1"/>
            </p:cNvPicPr>
            <p:nvPr/>
          </p:nvPicPr>
          <p:blipFill rotWithShape="1">
            <a:blip r:embed="rId2" cstate="screen">
              <a:alphaModFix amt="7000"/>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a:xfrm flipH="1">
              <a:off x="8059620" y="1345934"/>
              <a:ext cx="3997615" cy="5512065"/>
            </a:xfrm>
            <a:prstGeom prst="rect">
              <a:avLst/>
            </a:prstGeom>
          </p:spPr>
        </p:pic>
        <p:pic>
          <p:nvPicPr>
            <p:cNvPr id="10" name="Picture 9" descr="A picture containing sitting, dark, front, cat&#10;&#10;Description automatically generated"/>
            <p:cNvPicPr>
              <a:picLocks noChangeAspect="1"/>
            </p:cNvPicPr>
            <p:nvPr/>
          </p:nvPicPr>
          <p:blipFill rotWithShape="1">
            <a:blip r:embed="rId3" cstate="screen">
              <a:alphaModFix amt="15000"/>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a:xfrm>
              <a:off x="8915400" y="41922"/>
              <a:ext cx="3141835" cy="6816077"/>
            </a:xfrm>
            <a:prstGeom prst="rect">
              <a:avLst/>
            </a:prstGeom>
          </p:spPr>
        </p:pic>
      </p:grpSp>
      <p:sp>
        <p:nvSpPr>
          <p:cNvPr id="11" name="Subtitle 2"/>
          <p:cNvSpPr>
            <a:spLocks noGrp="1"/>
          </p:cNvSpPr>
          <p:nvPr>
            <p:ph type="subTitle" idx="1"/>
          </p:nvPr>
        </p:nvSpPr>
        <p:spPr>
          <a:xfrm>
            <a:off x="7185429" y="381000"/>
            <a:ext cx="3997745" cy="2133600"/>
          </a:xfrm>
        </p:spPr>
        <p:txBody>
          <a:bodyPr anchor="ctr"/>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5" name="Picture Placeholder 14"/>
          <p:cNvSpPr>
            <a:spLocks noGrp="1"/>
          </p:cNvSpPr>
          <p:nvPr>
            <p:ph type="pic" sz="quarter" idx="13"/>
          </p:nvPr>
        </p:nvSpPr>
        <p:spPr>
          <a:xfrm>
            <a:off x="813816" y="2670048"/>
            <a:ext cx="5175504" cy="3639312"/>
          </a:xfrm>
          <a:solidFill>
            <a:schemeClr val="accent6"/>
          </a:solidFill>
        </p:spPr>
        <p:txBody>
          <a:bodyPr/>
          <a:lstStyle/>
          <a:p>
            <a:r>
              <a:rPr lang="en-US"/>
              <a:t>Click icon to add picture</a:t>
            </a:r>
            <a:endParaRPr lang="en-US" dirty="0"/>
          </a:p>
        </p:txBody>
      </p:sp>
      <p:sp>
        <p:nvSpPr>
          <p:cNvPr id="16" name="Picture Placeholder 14"/>
          <p:cNvSpPr>
            <a:spLocks noGrp="1"/>
          </p:cNvSpPr>
          <p:nvPr>
            <p:ph type="pic" sz="quarter" idx="14"/>
          </p:nvPr>
        </p:nvSpPr>
        <p:spPr>
          <a:xfrm>
            <a:off x="6190488" y="2670048"/>
            <a:ext cx="5175504" cy="3639312"/>
          </a:xfrm>
          <a:solidFill>
            <a:schemeClr val="accent6"/>
          </a:solidFill>
        </p:spPr>
        <p:txBody>
          <a:bodyPr/>
          <a:lstStyle/>
          <a:p>
            <a:r>
              <a:rPr lang="en-US"/>
              <a:t>Click icon to add picture</a:t>
            </a:r>
            <a:endParaRPr lang="en-US" dirty="0"/>
          </a:p>
        </p:txBody>
      </p:sp>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20XX</a:t>
            </a:r>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20XX</a:t>
            </a:r>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3B850FF-6169-4056-8077-06FFA93A5366}"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r>
              <a:rPr lang="en-US" dirty="0"/>
              <a:t>20XX</a:t>
            </a:r>
          </a:p>
        </p:txBody>
      </p:sp>
      <p:sp>
        <p:nvSpPr>
          <p:cNvPr id="5" name="Footer Placeholder 4"/>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r>
              <a:rPr lang="en-US" dirty="0">
                <a:solidFill>
                  <a:schemeClr val="tx1">
                    <a:alpha val="60000"/>
                  </a:schemeClr>
                </a:solidFill>
              </a:rPr>
              <a:t>Sample Footer Text</a:t>
            </a:r>
          </a:p>
        </p:txBody>
      </p:sp>
      <p:sp>
        <p:nvSpPr>
          <p:cNvPr id="6" name="Slide Number Placeholder 5"/>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t>‹#›</a:t>
            </a:fld>
            <a:endParaRPr lang="en-US" dirty="0"/>
          </a:p>
        </p:txBody>
      </p:sp>
      <p:pic>
        <p:nvPicPr>
          <p:cNvPr id="14" name="Picture 13" descr="A picture containing sitting&#10;&#10;Description automatically generated"/>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hdr="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0" y="2027432"/>
            <a:ext cx="3949001" cy="1537397"/>
          </a:xfrm>
        </p:spPr>
        <p:txBody>
          <a:bodyPr>
            <a:noAutofit/>
          </a:bodyPr>
          <a:lstStyle/>
          <a:p>
            <a:r>
              <a:rPr lang="en-US" sz="4800" b="1" dirty="0">
                <a:solidFill>
                  <a:srgbClr val="00B050"/>
                </a:solidFill>
              </a:rPr>
              <a:t>SMART</a:t>
            </a:r>
            <a:r>
              <a:rPr lang="en-US" sz="4800" b="1" dirty="0"/>
              <a:t> </a:t>
            </a:r>
            <a:r>
              <a:rPr lang="en-US" sz="4800" b="1" dirty="0">
                <a:solidFill>
                  <a:srgbClr val="002060"/>
                </a:solidFill>
              </a:rPr>
              <a:t>CROP CARE</a:t>
            </a:r>
          </a:p>
        </p:txBody>
      </p:sp>
      <p:sp>
        <p:nvSpPr>
          <p:cNvPr id="3" name="Subtitle 2"/>
          <p:cNvSpPr>
            <a:spLocks noGrp="1"/>
          </p:cNvSpPr>
          <p:nvPr>
            <p:ph type="subTitle" idx="1"/>
          </p:nvPr>
        </p:nvSpPr>
        <p:spPr>
          <a:xfrm>
            <a:off x="6544752" y="3752690"/>
            <a:ext cx="5257799" cy="1640216"/>
          </a:xfrm>
        </p:spPr>
        <p:txBody>
          <a:bodyPr>
            <a:normAutofit fontScale="70000" lnSpcReduction="20000"/>
          </a:bodyPr>
          <a:lstStyle/>
          <a:p>
            <a:r>
              <a:rPr lang="en-US" dirty="0"/>
              <a:t>PRESENTING BY -</a:t>
            </a:r>
          </a:p>
          <a:p>
            <a:r>
              <a:rPr lang="en-US" dirty="0"/>
              <a:t>Keerthan –B.SC III rd. year</a:t>
            </a:r>
          </a:p>
          <a:p>
            <a:r>
              <a:rPr lang="en-US" dirty="0"/>
              <a:t>Bhavagnya- B.SC III rd. year</a:t>
            </a:r>
          </a:p>
          <a:p>
            <a:r>
              <a:rPr lang="en-US" dirty="0"/>
              <a:t>Narsimha- B.SC III rd. year</a:t>
            </a:r>
          </a:p>
        </p:txBody>
      </p:sp>
      <p:pic>
        <p:nvPicPr>
          <p:cNvPr id="10" name="Picture Placeholder 9" descr="A person holding a shoe&#10;&#10;AI-generated content may be incorrect."/>
          <p:cNvPicPr>
            <a:picLocks noGrp="1" noChangeAspect="1"/>
          </p:cNvPicPr>
          <p:nvPr>
            <p:ph type="pic" sz="quarter" idx="13"/>
          </p:nvPr>
        </p:nvPicPr>
        <p:blipFill>
          <a:blip r:embed="rId2"/>
          <a:srcRect l="-5" t="206" r="5" b="1299"/>
          <a:stretch>
            <a:fillRect/>
          </a:stretch>
        </p:blipFill>
        <p:spPr>
          <a:xfrm>
            <a:off x="2133600" y="1122218"/>
            <a:ext cx="2840459" cy="461356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71B2-0A4B-7DA6-DE69-9D48ED7FBC1B}"/>
              </a:ext>
            </a:extLst>
          </p:cNvPr>
          <p:cNvSpPr>
            <a:spLocks noGrp="1"/>
          </p:cNvSpPr>
          <p:nvPr>
            <p:ph type="ctrTitle"/>
          </p:nvPr>
        </p:nvSpPr>
        <p:spPr>
          <a:xfrm>
            <a:off x="1071223" y="1066800"/>
            <a:ext cx="5367527" cy="922774"/>
          </a:xfrm>
        </p:spPr>
        <p:txBody>
          <a:bodyPr/>
          <a:lstStyle/>
          <a:p>
            <a:r>
              <a:rPr lang="en-US" dirty="0">
                <a:solidFill>
                  <a:srgbClr val="00B050"/>
                </a:solidFill>
              </a:rPr>
              <a:t>MISSION</a:t>
            </a:r>
            <a:endParaRPr lang="en-IN" dirty="0">
              <a:solidFill>
                <a:srgbClr val="00B050"/>
              </a:solidFill>
            </a:endParaRPr>
          </a:p>
        </p:txBody>
      </p:sp>
      <p:sp>
        <p:nvSpPr>
          <p:cNvPr id="3" name="Subtitle 2">
            <a:extLst>
              <a:ext uri="{FF2B5EF4-FFF2-40B4-BE49-F238E27FC236}">
                <a16:creationId xmlns:a16="http://schemas.microsoft.com/office/drawing/2014/main" id="{BD785912-959E-1BDE-B216-D393C9F1BC41}"/>
              </a:ext>
            </a:extLst>
          </p:cNvPr>
          <p:cNvSpPr>
            <a:spLocks noGrp="1"/>
          </p:cNvSpPr>
          <p:nvPr>
            <p:ph type="subTitle" idx="1"/>
          </p:nvPr>
        </p:nvSpPr>
        <p:spPr>
          <a:xfrm>
            <a:off x="1067272" y="1989574"/>
            <a:ext cx="9841288" cy="3725426"/>
          </a:xfrm>
        </p:spPr>
        <p:txBody>
          <a:bodyPr>
            <a:normAutofit lnSpcReduction="10000"/>
          </a:bodyPr>
          <a:lstStyle/>
          <a:p>
            <a:pPr algn="just"/>
            <a:r>
              <a:rPr lang="en-US" dirty="0"/>
              <a:t>Our mission is to bring awareness among the farmers on digital technology. That helps the farmers to detect plant diseases, accessing farming news, weather forecast, consult experts, and buy products.</a:t>
            </a:r>
          </a:p>
          <a:p>
            <a:pPr algn="just"/>
            <a:r>
              <a:rPr lang="en-US" dirty="0"/>
              <a:t>Traditional methods of disease detection takes time and can lead to heavy loses, where in our SMART CROP CARE aims to bridge the gap between farmers and technology by offering instant solutions.</a:t>
            </a:r>
            <a:endParaRPr lang="en-IN" dirty="0"/>
          </a:p>
        </p:txBody>
      </p:sp>
      <p:sp>
        <p:nvSpPr>
          <p:cNvPr id="6" name="Date Placeholder 5">
            <a:extLst>
              <a:ext uri="{FF2B5EF4-FFF2-40B4-BE49-F238E27FC236}">
                <a16:creationId xmlns:a16="http://schemas.microsoft.com/office/drawing/2014/main" id="{55B3F87E-82E7-5422-1A18-FBBB45D707FA}"/>
              </a:ext>
            </a:extLst>
          </p:cNvPr>
          <p:cNvSpPr>
            <a:spLocks noGrp="1"/>
          </p:cNvSpPr>
          <p:nvPr>
            <p:ph type="dt" sz="half" idx="10"/>
          </p:nvPr>
        </p:nvSpPr>
        <p:spPr/>
        <p:txBody>
          <a:bodyPr/>
          <a:lstStyle/>
          <a:p>
            <a:r>
              <a:rPr lang="en-US"/>
              <a:t>20XX</a:t>
            </a:r>
            <a:endParaRPr lang="en-US" dirty="0"/>
          </a:p>
        </p:txBody>
      </p:sp>
      <p:sp>
        <p:nvSpPr>
          <p:cNvPr id="7" name="Footer Placeholder 6">
            <a:extLst>
              <a:ext uri="{FF2B5EF4-FFF2-40B4-BE49-F238E27FC236}">
                <a16:creationId xmlns:a16="http://schemas.microsoft.com/office/drawing/2014/main" id="{B8AC3E82-605E-6FFE-F915-9B81AE8B8C57}"/>
              </a:ext>
            </a:extLst>
          </p:cNvPr>
          <p:cNvSpPr>
            <a:spLocks noGrp="1"/>
          </p:cNvSpPr>
          <p:nvPr>
            <p:ph type="ftr" sz="quarter" idx="11"/>
          </p:nvPr>
        </p:nvSpPr>
        <p:spPr/>
        <p:txBody>
          <a:bodyPr/>
          <a:lstStyle/>
          <a:p>
            <a:r>
              <a:rPr lang="en-US"/>
              <a:t>Sample Footer Text</a:t>
            </a:r>
            <a:endParaRPr lang="en-US" dirty="0"/>
          </a:p>
        </p:txBody>
      </p:sp>
      <p:sp>
        <p:nvSpPr>
          <p:cNvPr id="8" name="Slide Number Placeholder 7">
            <a:extLst>
              <a:ext uri="{FF2B5EF4-FFF2-40B4-BE49-F238E27FC236}">
                <a16:creationId xmlns:a16="http://schemas.microsoft.com/office/drawing/2014/main" id="{A772DF30-9DAA-053E-8D21-331A976508FC}"/>
              </a:ext>
            </a:extLst>
          </p:cNvPr>
          <p:cNvSpPr>
            <a:spLocks noGrp="1"/>
          </p:cNvSpPr>
          <p:nvPr>
            <p:ph type="sldNum" sz="quarter" idx="12"/>
          </p:nvPr>
        </p:nvSpPr>
        <p:spPr/>
        <p:txBody>
          <a:bodyPr/>
          <a:lstStyle/>
          <a:p>
            <a:fld id="{73B850FF-6169-4056-8077-06FFA93A5366}" type="slidenum">
              <a:rPr lang="en-US" smtClean="0"/>
              <a:t>2</a:t>
            </a:fld>
            <a:endParaRPr lang="en-US" dirty="0"/>
          </a:p>
        </p:txBody>
      </p:sp>
    </p:spTree>
    <p:extLst>
      <p:ext uri="{BB962C8B-B14F-4D97-AF65-F5344CB8AC3E}">
        <p14:creationId xmlns:p14="http://schemas.microsoft.com/office/powerpoint/2010/main" val="12268628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00B050"/>
                </a:solidFill>
              </a:rPr>
              <a:t>Sign</a:t>
            </a:r>
            <a:r>
              <a:rPr lang="en-US" b="1" dirty="0">
                <a:solidFill>
                  <a:srgbClr val="00B050"/>
                </a:solidFill>
              </a:rPr>
              <a:t> </a:t>
            </a:r>
            <a:r>
              <a:rPr lang="en-US" b="1" u="sng" dirty="0">
                <a:solidFill>
                  <a:srgbClr val="00B050"/>
                </a:solidFill>
              </a:rPr>
              <a:t>Up</a:t>
            </a:r>
            <a:r>
              <a:rPr lang="en-US" b="1" dirty="0">
                <a:solidFill>
                  <a:srgbClr val="00B050"/>
                </a:solidFill>
              </a:rPr>
              <a:t>!!!</a:t>
            </a:r>
          </a:p>
        </p:txBody>
      </p:sp>
      <p:sp>
        <p:nvSpPr>
          <p:cNvPr id="3" name="Content Placeholder 2"/>
          <p:cNvSpPr>
            <a:spLocks noGrp="1"/>
          </p:cNvSpPr>
          <p:nvPr>
            <p:ph idx="1"/>
          </p:nvPr>
        </p:nvSpPr>
        <p:spPr>
          <a:xfrm>
            <a:off x="1143000" y="2556164"/>
            <a:ext cx="4953000" cy="2130552"/>
          </a:xfrm>
        </p:spPr>
        <p:txBody>
          <a:bodyPr>
            <a:normAutofit/>
          </a:bodyPr>
          <a:lstStyle/>
          <a:p>
            <a:pPr marL="457200" indent="-457200">
              <a:buFont typeface="Wingdings" panose="05000000000000000000" pitchFamily="2" charset="2"/>
              <a:buChar char="Ø"/>
            </a:pPr>
            <a:r>
              <a:rPr lang="en-US" dirty="0">
                <a:solidFill>
                  <a:srgbClr val="002060"/>
                </a:solidFill>
              </a:rPr>
              <a:t>Get access with google, face book.</a:t>
            </a:r>
          </a:p>
          <a:p>
            <a:pPr marL="457200" indent="-457200">
              <a:buFont typeface="Wingdings" panose="05000000000000000000" pitchFamily="2" charset="2"/>
              <a:buChar char="Ø"/>
            </a:pPr>
            <a:r>
              <a:rPr lang="en-US" dirty="0">
                <a:solidFill>
                  <a:srgbClr val="002060"/>
                </a:solidFill>
              </a:rPr>
              <a:t>Connected to firebase as a backend!</a:t>
            </a:r>
          </a:p>
        </p:txBody>
      </p:sp>
      <p:pic>
        <p:nvPicPr>
          <p:cNvPr id="14" name="Picture Placeholder 13"/>
          <p:cNvPicPr>
            <a:picLocks noGrp="1" noChangeAspect="1"/>
          </p:cNvPicPr>
          <p:nvPr>
            <p:ph type="pic" sz="quarter" idx="13"/>
          </p:nvPr>
        </p:nvPicPr>
        <p:blipFill>
          <a:blip r:embed="rId2"/>
          <a:srcRect t="-2131" b="-4142"/>
          <a:stretch>
            <a:fillRect/>
          </a:stretch>
        </p:blipFill>
        <p:spPr>
          <a:xfrm>
            <a:off x="7519616" y="819978"/>
            <a:ext cx="2842090" cy="5218043"/>
          </a:xfr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932719"/>
            <a:ext cx="4953000" cy="1539175"/>
          </a:xfrm>
        </p:spPr>
        <p:txBody>
          <a:bodyPr/>
          <a:lstStyle/>
          <a:p>
            <a:r>
              <a:rPr lang="en-US" sz="4800" b="1" dirty="0"/>
              <a:t>  </a:t>
            </a:r>
            <a:r>
              <a:rPr lang="en-US" sz="4800" b="1" u="sng" dirty="0">
                <a:solidFill>
                  <a:srgbClr val="00B050"/>
                </a:solidFill>
              </a:rPr>
              <a:t>Login</a:t>
            </a:r>
            <a:r>
              <a:rPr lang="en-US" sz="4800" b="1" dirty="0">
                <a:solidFill>
                  <a:srgbClr val="00B050"/>
                </a:solidFill>
              </a:rPr>
              <a:t>!!</a:t>
            </a:r>
          </a:p>
        </p:txBody>
      </p:sp>
      <p:sp>
        <p:nvSpPr>
          <p:cNvPr id="9" name="Content Placeholder 8"/>
          <p:cNvSpPr>
            <a:spLocks noGrp="1"/>
          </p:cNvSpPr>
          <p:nvPr>
            <p:ph idx="1"/>
          </p:nvPr>
        </p:nvSpPr>
        <p:spPr>
          <a:xfrm>
            <a:off x="838200" y="2724913"/>
            <a:ext cx="5146964" cy="3816564"/>
          </a:xfrm>
        </p:spPr>
        <p:txBody>
          <a:bodyPr>
            <a:normAutofit fontScale="92500" lnSpcReduction="20000"/>
          </a:bodyPr>
          <a:lstStyle/>
          <a:p>
            <a:pPr marL="457200" indent="-457200">
              <a:buFont typeface="Wingdings" panose="05000000000000000000" pitchFamily="2" charset="2"/>
              <a:buChar char="Ø"/>
            </a:pPr>
            <a:r>
              <a:rPr lang="en-US" dirty="0">
                <a:solidFill>
                  <a:srgbClr val="002060"/>
                </a:solidFill>
              </a:rPr>
              <a:t>Already have an account </a:t>
            </a:r>
          </a:p>
          <a:p>
            <a:r>
              <a:rPr lang="en-US" dirty="0">
                <a:solidFill>
                  <a:srgbClr val="002060"/>
                </a:solidFill>
              </a:rPr>
              <a:t>Just Login with your Gmail and Password.</a:t>
            </a:r>
          </a:p>
          <a:p>
            <a:pPr marL="457200" indent="-457200">
              <a:buFont typeface="Wingdings" panose="05000000000000000000" pitchFamily="2" charset="2"/>
              <a:buChar char="Ø"/>
            </a:pPr>
            <a:r>
              <a:rPr lang="en-US" dirty="0">
                <a:solidFill>
                  <a:srgbClr val="002060"/>
                </a:solidFill>
              </a:rPr>
              <a:t>It takes the data from firebase for authentication to verify user details.</a:t>
            </a:r>
          </a:p>
          <a:p>
            <a:pPr marL="457200" indent="-457200">
              <a:buFont typeface="Wingdings" panose="05000000000000000000" pitchFamily="2" charset="2"/>
              <a:buChar char="Ø"/>
            </a:pPr>
            <a:r>
              <a:rPr lang="en-US" dirty="0">
                <a:solidFill>
                  <a:srgbClr val="002060"/>
                </a:solidFill>
              </a:rPr>
              <a:t>The login and signup information are stored in firebase. Safe and Secure.</a:t>
            </a:r>
          </a:p>
        </p:txBody>
      </p:sp>
      <p:pic>
        <p:nvPicPr>
          <p:cNvPr id="10" name="Picture Placeholder 9" descr="A screenshot of a login screen&#10;&#10;AI-generated content may be incorrect."/>
          <p:cNvPicPr>
            <a:picLocks noGrp="1" noChangeAspect="1"/>
          </p:cNvPicPr>
          <p:nvPr>
            <p:ph type="pic" sz="quarter" idx="13"/>
          </p:nvPr>
        </p:nvPicPr>
        <p:blipFill>
          <a:blip r:embed="rId2"/>
          <a:srcRect l="642" t="11656" r="-642" b="11014"/>
          <a:stretch>
            <a:fillRect/>
          </a:stretch>
        </p:blipFill>
        <p:spPr>
          <a:xfrm>
            <a:off x="7127018" y="420832"/>
            <a:ext cx="3234688" cy="6016336"/>
          </a:xfr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2118" y="488374"/>
            <a:ext cx="7699664" cy="1620982"/>
          </a:xfrm>
        </p:spPr>
        <p:txBody>
          <a:bodyPr/>
          <a:lstStyle/>
          <a:p>
            <a:r>
              <a:rPr lang="en-US" b="1" u="sng" dirty="0">
                <a:solidFill>
                  <a:srgbClr val="00B050"/>
                </a:solidFill>
              </a:rPr>
              <a:t>Empowering</a:t>
            </a:r>
            <a:r>
              <a:rPr lang="en-US" b="1" dirty="0">
                <a:solidFill>
                  <a:srgbClr val="00B050"/>
                </a:solidFill>
              </a:rPr>
              <a:t> </a:t>
            </a:r>
            <a:r>
              <a:rPr lang="en-US" b="1" u="sng" dirty="0">
                <a:solidFill>
                  <a:srgbClr val="00B050"/>
                </a:solidFill>
              </a:rPr>
              <a:t>Farmers</a:t>
            </a:r>
            <a:r>
              <a:rPr lang="en-US" b="1" dirty="0">
                <a:solidFill>
                  <a:srgbClr val="00B050"/>
                </a:solidFill>
              </a:rPr>
              <a:t> </a:t>
            </a:r>
            <a:r>
              <a:rPr lang="en-US" b="1" u="sng" dirty="0">
                <a:solidFill>
                  <a:srgbClr val="00B050"/>
                </a:solidFill>
              </a:rPr>
              <a:t>with</a:t>
            </a:r>
            <a:r>
              <a:rPr lang="en-US" b="1" dirty="0">
                <a:solidFill>
                  <a:srgbClr val="00B050"/>
                </a:solidFill>
              </a:rPr>
              <a:t> </a:t>
            </a:r>
            <a:r>
              <a:rPr lang="en-US" b="1" u="sng" dirty="0">
                <a:solidFill>
                  <a:srgbClr val="00B050"/>
                </a:solidFill>
              </a:rPr>
              <a:t>AI-driven</a:t>
            </a:r>
            <a:r>
              <a:rPr lang="en-US" b="1" dirty="0">
                <a:solidFill>
                  <a:srgbClr val="00B050"/>
                </a:solidFill>
              </a:rPr>
              <a:t> </a:t>
            </a:r>
            <a:r>
              <a:rPr lang="en-US" b="1" u="sng" dirty="0">
                <a:solidFill>
                  <a:srgbClr val="00B050"/>
                </a:solidFill>
              </a:rPr>
              <a:t>Solutions</a:t>
            </a:r>
          </a:p>
        </p:txBody>
      </p:sp>
      <p:sp>
        <p:nvSpPr>
          <p:cNvPr id="3" name="Subtitle 2"/>
          <p:cNvSpPr>
            <a:spLocks noGrp="1"/>
          </p:cNvSpPr>
          <p:nvPr>
            <p:ph type="subTitle" idx="1"/>
          </p:nvPr>
        </p:nvSpPr>
        <p:spPr>
          <a:xfrm>
            <a:off x="198605" y="1901538"/>
            <a:ext cx="7533409" cy="4748643"/>
          </a:xfrm>
        </p:spPr>
        <p:txBody>
          <a:bodyPr>
            <a:normAutofit/>
          </a:bodyPr>
          <a:lstStyle/>
          <a:p>
            <a:pPr algn="l"/>
            <a:r>
              <a:rPr lang="en-IN" b="1" u="sng" dirty="0">
                <a:solidFill>
                  <a:srgbClr val="002060"/>
                </a:solidFill>
              </a:rPr>
              <a:t>Key Features-</a:t>
            </a:r>
          </a:p>
          <a:p>
            <a:pPr marL="457200" indent="-457200" algn="l">
              <a:buFont typeface="Wingdings" panose="05000000000000000000" pitchFamily="2" charset="2"/>
              <a:buChar char="ü"/>
            </a:pPr>
            <a:r>
              <a:rPr lang="en-IN" b="1" dirty="0"/>
              <a:t> Disease Detection</a:t>
            </a:r>
            <a:endParaRPr lang="en-IN" b="1" u="sng" dirty="0">
              <a:solidFill>
                <a:srgbClr val="002060"/>
              </a:solidFill>
            </a:endParaRPr>
          </a:p>
          <a:p>
            <a:pPr marL="457200" indent="-457200" algn="l">
              <a:buFont typeface="Wingdings" panose="05000000000000000000" pitchFamily="2" charset="2"/>
              <a:buChar char="ü"/>
            </a:pPr>
            <a:r>
              <a:rPr lang="en-IN" b="1" dirty="0"/>
              <a:t> News Updates</a:t>
            </a:r>
          </a:p>
          <a:p>
            <a:pPr marL="457200" indent="-457200" algn="l">
              <a:buFont typeface="Wingdings" panose="05000000000000000000" pitchFamily="2" charset="2"/>
              <a:buChar char="ü"/>
            </a:pPr>
            <a:r>
              <a:rPr lang="en-IN" b="1" dirty="0"/>
              <a:t> Weather Forecast </a:t>
            </a:r>
          </a:p>
          <a:p>
            <a:pPr marL="457200" indent="-457200" algn="l">
              <a:buFont typeface="Wingdings" panose="05000000000000000000" pitchFamily="2" charset="2"/>
              <a:buChar char="ü"/>
            </a:pPr>
            <a:r>
              <a:rPr lang="en-IN" b="1" dirty="0"/>
              <a:t>Nearby Stores</a:t>
            </a:r>
          </a:p>
          <a:p>
            <a:pPr marL="457200" indent="-457200" algn="l">
              <a:buFont typeface="Wingdings" panose="05000000000000000000" pitchFamily="2" charset="2"/>
              <a:buChar char="ü"/>
            </a:pPr>
            <a:r>
              <a:rPr lang="en-IN" b="1" dirty="0"/>
              <a:t>Online Store</a:t>
            </a:r>
          </a:p>
          <a:p>
            <a:pPr marL="457200" indent="-457200" algn="l">
              <a:buFont typeface="Wingdings" panose="05000000000000000000" pitchFamily="2" charset="2"/>
              <a:buChar char="ü"/>
            </a:pPr>
            <a:r>
              <a:rPr lang="en-IN" b="1" dirty="0"/>
              <a:t>Orders and Our store.</a:t>
            </a:r>
          </a:p>
        </p:txBody>
      </p:sp>
      <p:pic>
        <p:nvPicPr>
          <p:cNvPr id="16" name="Picture 15" descr="A screenshot of a cell phone&#10;&#10;AI-generated content may be incorrect."/>
          <p:cNvPicPr>
            <a:picLocks noChangeAspect="1"/>
          </p:cNvPicPr>
          <p:nvPr/>
        </p:nvPicPr>
        <p:blipFill>
          <a:blip r:embed="rId2"/>
          <a:stretch>
            <a:fillRect/>
          </a:stretch>
        </p:blipFill>
        <p:spPr>
          <a:xfrm>
            <a:off x="8639026" y="207819"/>
            <a:ext cx="3172912" cy="65309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694" y="365760"/>
            <a:ext cx="6647784" cy="1325563"/>
          </a:xfrm>
        </p:spPr>
        <p:txBody>
          <a:bodyPr>
            <a:normAutofit fontScale="90000"/>
          </a:bodyPr>
          <a:lstStyle/>
          <a:p>
            <a:r>
              <a:rPr lang="en-IN" dirty="0"/>
              <a:t>🌿 </a:t>
            </a:r>
            <a:r>
              <a:rPr lang="en-IN" b="1" u="sng" dirty="0">
                <a:solidFill>
                  <a:srgbClr val="00B050"/>
                </a:solidFill>
              </a:rPr>
              <a:t>Plant Disease Detection</a:t>
            </a:r>
          </a:p>
        </p:txBody>
      </p:sp>
      <p:sp>
        <p:nvSpPr>
          <p:cNvPr id="3" name="Content Placeholder 2"/>
          <p:cNvSpPr>
            <a:spLocks noGrp="1"/>
          </p:cNvSpPr>
          <p:nvPr>
            <p:ph idx="1"/>
          </p:nvPr>
        </p:nvSpPr>
        <p:spPr>
          <a:xfrm>
            <a:off x="458694" y="1691323"/>
            <a:ext cx="6647784" cy="4195763"/>
          </a:xfrm>
        </p:spPr>
        <p:txBody>
          <a:bodyPr/>
          <a:lstStyle/>
          <a:p>
            <a:r>
              <a:rPr lang="en-IN" dirty="0">
                <a:solidFill>
                  <a:srgbClr val="002060"/>
                </a:solidFill>
              </a:rPr>
              <a:t>📸 </a:t>
            </a:r>
            <a:r>
              <a:rPr lang="en-IN" b="1" dirty="0">
                <a:solidFill>
                  <a:srgbClr val="002060"/>
                </a:solidFill>
              </a:rPr>
              <a:t>How It Works?</a:t>
            </a:r>
          </a:p>
          <a:p>
            <a:pPr>
              <a:buFont typeface="Wingdings" panose="05000000000000000000" pitchFamily="2" charset="2"/>
              <a:buChar char="v"/>
            </a:pPr>
            <a:r>
              <a:rPr lang="en-US" sz="1800" b="1" dirty="0"/>
              <a:t>Scan with Camera</a:t>
            </a:r>
            <a:r>
              <a:rPr lang="en-US" sz="1800" dirty="0"/>
              <a:t> 📷 or </a:t>
            </a:r>
            <a:r>
              <a:rPr lang="en-US" sz="1800" b="1" dirty="0"/>
              <a:t>Upload from Gallery</a:t>
            </a:r>
            <a:r>
              <a:rPr lang="en-US" sz="1800" dirty="0"/>
              <a:t> 📂 to analyze plant health.</a:t>
            </a:r>
          </a:p>
          <a:p>
            <a:pPr>
              <a:buFont typeface="Wingdings" panose="05000000000000000000" pitchFamily="2" charset="2"/>
              <a:buChar char="v"/>
            </a:pPr>
            <a:r>
              <a:rPr lang="en-US" sz="1800" b="1" dirty="0">
                <a:solidFill>
                  <a:schemeClr val="tx1">
                    <a:lumMod val="95000"/>
                    <a:lumOff val="5000"/>
                  </a:schemeClr>
                </a:solidFill>
              </a:rPr>
              <a:t>AI detects potential diseases and suggests similar plant conditions</a:t>
            </a:r>
          </a:p>
          <a:p>
            <a:pPr>
              <a:buFont typeface="Wingdings" panose="05000000000000000000" pitchFamily="2" charset="2"/>
              <a:buChar char="v"/>
            </a:pPr>
            <a:r>
              <a:rPr lang="en-IN" sz="1800" b="1" dirty="0"/>
              <a:t>AI-driven plant health analysis.</a:t>
            </a:r>
          </a:p>
          <a:p>
            <a:pPr>
              <a:buFont typeface="Wingdings" panose="05000000000000000000" pitchFamily="2" charset="2"/>
              <a:buChar char="v"/>
            </a:pPr>
            <a:r>
              <a:rPr lang="en-IN" sz="1800" b="1" dirty="0">
                <a:solidFill>
                  <a:schemeClr val="tx1">
                    <a:lumMod val="95000"/>
                    <a:lumOff val="5000"/>
                  </a:schemeClr>
                </a:solidFill>
              </a:rPr>
              <a:t>Used PlantAPI.ai for API key.</a:t>
            </a:r>
          </a:p>
          <a:p>
            <a:pPr>
              <a:buFont typeface="Wingdings" panose="05000000000000000000" pitchFamily="2" charset="2"/>
              <a:buChar char="v"/>
            </a:pPr>
            <a:r>
              <a:rPr lang="en-US" sz="1800" b="1" dirty="0">
                <a:solidFill>
                  <a:schemeClr val="tx1">
                    <a:lumMod val="95000"/>
                    <a:lumOff val="5000"/>
                  </a:schemeClr>
                </a:solidFill>
              </a:rPr>
              <a:t>Helps farmers take preventive actions</a:t>
            </a:r>
            <a:endParaRPr lang="en-IN" sz="1800" b="1" dirty="0">
              <a:solidFill>
                <a:schemeClr val="tx1">
                  <a:lumMod val="95000"/>
                  <a:lumOff val="5000"/>
                </a:schemeClr>
              </a:solidFill>
            </a:endParaRPr>
          </a:p>
        </p:txBody>
      </p:sp>
      <p:sp>
        <p:nvSpPr>
          <p:cNvPr id="8" name="Rectangle 2"/>
          <p:cNvSpPr>
            <a:spLocks noChangeArrowheads="1"/>
          </p:cNvSpPr>
          <p:nvPr/>
        </p:nvSpPr>
        <p:spPr bwMode="auto">
          <a:xfrm>
            <a:off x="1331841" y="2393890"/>
            <a:ext cx="2186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0" name="Picture 9" descr="A close up of a leaf&#10;&#10;AI-generated content may be incorrect."/>
          <p:cNvPicPr>
            <a:picLocks noChangeAspect="1"/>
          </p:cNvPicPr>
          <p:nvPr/>
        </p:nvPicPr>
        <p:blipFill>
          <a:blip r:embed="rId2"/>
          <a:stretch>
            <a:fillRect/>
          </a:stretch>
        </p:blipFill>
        <p:spPr>
          <a:xfrm>
            <a:off x="7478652" y="0"/>
            <a:ext cx="3381507" cy="6781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8694" y="972210"/>
            <a:ext cx="6096000" cy="707886"/>
          </a:xfrm>
          <a:prstGeom prst="rect">
            <a:avLst/>
          </a:prstGeom>
          <a:noFill/>
        </p:spPr>
        <p:txBody>
          <a:bodyPr wrap="square">
            <a:spAutoFit/>
          </a:bodyPr>
          <a:lstStyle/>
          <a:p>
            <a:r>
              <a:rPr lang="en-IN" sz="4000" u="sng" dirty="0">
                <a:solidFill>
                  <a:schemeClr val="accent1">
                    <a:lumMod val="75000"/>
                  </a:schemeClr>
                </a:solidFill>
                <a:latin typeface="Arial Black" panose="020B0A04020102020204" pitchFamily="34" charset="0"/>
              </a:rPr>
              <a:t>Agriculture</a:t>
            </a:r>
            <a:r>
              <a:rPr lang="en-IN" sz="4000" dirty="0">
                <a:solidFill>
                  <a:schemeClr val="accent1">
                    <a:lumMod val="75000"/>
                  </a:schemeClr>
                </a:solidFill>
                <a:latin typeface="Arial Black" panose="020B0A04020102020204" pitchFamily="34" charset="0"/>
              </a:rPr>
              <a:t> </a:t>
            </a:r>
            <a:r>
              <a:rPr lang="en-IN" sz="4000" u="sng" dirty="0">
                <a:solidFill>
                  <a:schemeClr val="accent1">
                    <a:lumMod val="75000"/>
                  </a:schemeClr>
                </a:solidFill>
                <a:latin typeface="Arial Black" panose="020B0A04020102020204" pitchFamily="34" charset="0"/>
              </a:rPr>
              <a:t>News</a:t>
            </a:r>
          </a:p>
        </p:txBody>
      </p:sp>
      <p:sp>
        <p:nvSpPr>
          <p:cNvPr id="10" name="TextBox 9"/>
          <p:cNvSpPr txBox="1"/>
          <p:nvPr/>
        </p:nvSpPr>
        <p:spPr>
          <a:xfrm>
            <a:off x="150788" y="2283181"/>
            <a:ext cx="5486519" cy="954107"/>
          </a:xfrm>
          <a:prstGeom prst="rect">
            <a:avLst/>
          </a:prstGeom>
          <a:noFill/>
        </p:spPr>
        <p:txBody>
          <a:bodyPr wrap="square">
            <a:spAutoFit/>
          </a:bodyPr>
          <a:lstStyle/>
          <a:p>
            <a:pPr marL="285750" indent="-285750">
              <a:buFont typeface="Wingdings" panose="05000000000000000000" pitchFamily="2" charset="2"/>
              <a:buChar char="v"/>
            </a:pPr>
            <a:r>
              <a:rPr lang="en-US" sz="2800" b="1" dirty="0">
                <a:solidFill>
                  <a:srgbClr val="7030A0"/>
                </a:solidFill>
              </a:rPr>
              <a:t>Stay Updated with the Latest Developments in Agriculture</a:t>
            </a:r>
            <a:endParaRPr lang="en-IN" sz="2800" b="1" dirty="0">
              <a:solidFill>
                <a:srgbClr val="7030A0"/>
              </a:solidFill>
            </a:endParaRPr>
          </a:p>
        </p:txBody>
      </p:sp>
      <p:sp>
        <p:nvSpPr>
          <p:cNvPr id="12" name="TextBox 11"/>
          <p:cNvSpPr txBox="1"/>
          <p:nvPr/>
        </p:nvSpPr>
        <p:spPr>
          <a:xfrm>
            <a:off x="208547" y="3322458"/>
            <a:ext cx="5428760" cy="3139321"/>
          </a:xfrm>
          <a:prstGeom prst="rect">
            <a:avLst/>
          </a:prstGeom>
          <a:noFill/>
        </p:spPr>
        <p:txBody>
          <a:bodyPr wrap="square">
            <a:spAutoFit/>
          </a:bodyPr>
          <a:lstStyle/>
          <a:p>
            <a:pPr marL="285750" indent="-285750">
              <a:buFont typeface="Wingdings" panose="05000000000000000000" pitchFamily="2" charset="2"/>
              <a:buChar char="§"/>
            </a:pPr>
            <a:r>
              <a:rPr lang="en-US" b="1" dirty="0">
                <a:solidFill>
                  <a:srgbClr val="002060"/>
                </a:solidFill>
              </a:rPr>
              <a:t>Content:</a:t>
            </a:r>
            <a:endParaRPr lang="en-US" dirty="0">
              <a:solidFill>
                <a:srgbClr val="002060"/>
              </a:solidFill>
            </a:endParaRPr>
          </a:p>
          <a:p>
            <a:pPr marL="285750" indent="-285750">
              <a:buFont typeface="Wingdings" panose="05000000000000000000" pitchFamily="2" charset="2"/>
              <a:buChar char="§"/>
            </a:pPr>
            <a:r>
              <a:rPr lang="en-US" dirty="0">
                <a:solidFill>
                  <a:srgbClr val="002060"/>
                </a:solidFill>
              </a:rPr>
              <a:t>Users can select different agricultural categories for News like:</a:t>
            </a:r>
            <a:br>
              <a:rPr lang="en-US" dirty="0">
                <a:solidFill>
                  <a:srgbClr val="002060"/>
                </a:solidFill>
              </a:rPr>
            </a:br>
            <a:r>
              <a:rPr lang="en-US" dirty="0">
                <a:solidFill>
                  <a:srgbClr val="002060"/>
                </a:solidFill>
              </a:rPr>
              <a:t> -</a:t>
            </a:r>
            <a:r>
              <a:rPr lang="en-US" b="1" dirty="0">
                <a:solidFill>
                  <a:srgbClr val="002060"/>
                </a:solidFill>
              </a:rPr>
              <a:t>Agriculture</a:t>
            </a:r>
            <a:br>
              <a:rPr lang="en-US" dirty="0">
                <a:solidFill>
                  <a:srgbClr val="002060"/>
                </a:solidFill>
              </a:rPr>
            </a:br>
            <a:r>
              <a:rPr lang="en-US" dirty="0">
                <a:solidFill>
                  <a:srgbClr val="002060"/>
                </a:solidFill>
              </a:rPr>
              <a:t> -</a:t>
            </a:r>
            <a:r>
              <a:rPr lang="en-US" b="1" dirty="0">
                <a:solidFill>
                  <a:srgbClr val="002060"/>
                </a:solidFill>
              </a:rPr>
              <a:t>Organic Farming</a:t>
            </a:r>
            <a:br>
              <a:rPr lang="en-US" dirty="0">
                <a:solidFill>
                  <a:srgbClr val="002060"/>
                </a:solidFill>
              </a:rPr>
            </a:br>
            <a:r>
              <a:rPr lang="en-US" dirty="0">
                <a:solidFill>
                  <a:srgbClr val="002060"/>
                </a:solidFill>
              </a:rPr>
              <a:t> -</a:t>
            </a:r>
            <a:r>
              <a:rPr lang="en-US" b="1" dirty="0">
                <a:solidFill>
                  <a:srgbClr val="002060"/>
                </a:solidFill>
              </a:rPr>
              <a:t>AgriTech</a:t>
            </a:r>
            <a:br>
              <a:rPr lang="en-US" dirty="0">
                <a:solidFill>
                  <a:srgbClr val="002060"/>
                </a:solidFill>
              </a:rPr>
            </a:br>
            <a:r>
              <a:rPr lang="en-US" dirty="0">
                <a:solidFill>
                  <a:srgbClr val="002060"/>
                </a:solidFill>
              </a:rPr>
              <a:t> -</a:t>
            </a:r>
            <a:r>
              <a:rPr lang="en-US" b="1" dirty="0">
                <a:solidFill>
                  <a:srgbClr val="002060"/>
                </a:solidFill>
              </a:rPr>
              <a:t>Crop Management</a:t>
            </a:r>
          </a:p>
          <a:p>
            <a:pPr marL="285750" indent="-285750">
              <a:buFont typeface="Wingdings" panose="05000000000000000000" pitchFamily="2" charset="2"/>
              <a:buChar char="§"/>
            </a:pPr>
            <a:r>
              <a:rPr lang="en-US" b="1" dirty="0">
                <a:solidFill>
                  <a:srgbClr val="002060"/>
                </a:solidFill>
              </a:rPr>
              <a:t>We used Gnews API KEY to fetch the news day to day.</a:t>
            </a:r>
          </a:p>
          <a:p>
            <a:pPr marL="285750" indent="-285750">
              <a:buFont typeface="Wingdings" panose="05000000000000000000" pitchFamily="2" charset="2"/>
              <a:buChar char="§"/>
            </a:pPr>
            <a:r>
              <a:rPr lang="en-US" b="1" dirty="0">
                <a:solidFill>
                  <a:srgbClr val="002060"/>
                </a:solidFill>
              </a:rPr>
              <a:t>Educates farmers about new techniques and innovations. </a:t>
            </a:r>
            <a:endParaRPr lang="en-US" dirty="0">
              <a:solidFill>
                <a:srgbClr val="002060"/>
              </a:solidFill>
            </a:endParaRPr>
          </a:p>
        </p:txBody>
      </p:sp>
      <p:pic>
        <p:nvPicPr>
          <p:cNvPr id="14" name="Picture 13"/>
          <p:cNvPicPr>
            <a:picLocks noChangeAspect="1"/>
          </p:cNvPicPr>
          <p:nvPr/>
        </p:nvPicPr>
        <p:blipFill>
          <a:blip r:embed="rId2"/>
          <a:stretch>
            <a:fillRect/>
          </a:stretch>
        </p:blipFill>
        <p:spPr>
          <a:xfrm>
            <a:off x="9430481" y="261811"/>
            <a:ext cx="2610730" cy="5656580"/>
          </a:xfrm>
          <a:prstGeom prst="rect">
            <a:avLst/>
          </a:prstGeom>
        </p:spPr>
      </p:pic>
      <p:pic>
        <p:nvPicPr>
          <p:cNvPr id="16" name="Picture 15"/>
          <p:cNvPicPr>
            <a:picLocks noChangeAspect="1"/>
          </p:cNvPicPr>
          <p:nvPr/>
        </p:nvPicPr>
        <p:blipFill>
          <a:blip r:embed="rId3"/>
          <a:stretch>
            <a:fillRect/>
          </a:stretch>
        </p:blipFill>
        <p:spPr>
          <a:xfrm>
            <a:off x="6554694" y="261811"/>
            <a:ext cx="2743199" cy="56565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1023" y="456231"/>
            <a:ext cx="7694707" cy="1077218"/>
          </a:xfrm>
          <a:prstGeom prst="rect">
            <a:avLst/>
          </a:prstGeom>
          <a:noFill/>
        </p:spPr>
        <p:txBody>
          <a:bodyPr wrap="square">
            <a:spAutoFit/>
          </a:bodyPr>
          <a:lstStyle/>
          <a:p>
            <a:r>
              <a:rPr lang="en-IN" sz="3200" b="1" u="sng" dirty="0">
                <a:solidFill>
                  <a:srgbClr val="00B050"/>
                </a:solidFill>
                <a:latin typeface="Arial Black" panose="020B0A04020102020204" pitchFamily="34" charset="0"/>
              </a:rPr>
              <a:t>Agriculture News &amp; Weather Insights</a:t>
            </a:r>
          </a:p>
        </p:txBody>
      </p:sp>
      <p:sp>
        <p:nvSpPr>
          <p:cNvPr id="10" name="TextBox 9"/>
          <p:cNvSpPr txBox="1"/>
          <p:nvPr/>
        </p:nvSpPr>
        <p:spPr>
          <a:xfrm>
            <a:off x="301023" y="1852122"/>
            <a:ext cx="7379368" cy="400110"/>
          </a:xfrm>
          <a:prstGeom prst="rect">
            <a:avLst/>
          </a:prstGeom>
          <a:noFill/>
        </p:spPr>
        <p:txBody>
          <a:bodyPr wrap="square">
            <a:spAutoFit/>
          </a:bodyPr>
          <a:lstStyle/>
          <a:p>
            <a:pPr marL="342900" indent="-342900">
              <a:buFont typeface="Wingdings" panose="05000000000000000000" pitchFamily="2" charset="2"/>
              <a:buChar char="v"/>
            </a:pPr>
            <a:r>
              <a:rPr lang="en-US" sz="2000" b="1" dirty="0">
                <a:solidFill>
                  <a:srgbClr val="002060"/>
                </a:solidFill>
                <a:latin typeface="Arial Rounded MT Bold" panose="020F0704030504030204" pitchFamily="34" charset="0"/>
              </a:rPr>
              <a:t>Stay Informed with the Latest Weather Updates</a:t>
            </a:r>
            <a:endParaRPr lang="en-IN" sz="2000" b="1" dirty="0">
              <a:solidFill>
                <a:srgbClr val="002060"/>
              </a:solidFill>
              <a:latin typeface="Arial Rounded MT Bold" panose="020F0704030504030204" pitchFamily="34" charset="0"/>
            </a:endParaRPr>
          </a:p>
        </p:txBody>
      </p:sp>
      <p:pic>
        <p:nvPicPr>
          <p:cNvPr id="12" name="Picture 11"/>
          <p:cNvPicPr>
            <a:picLocks noChangeAspect="1"/>
          </p:cNvPicPr>
          <p:nvPr/>
        </p:nvPicPr>
        <p:blipFill>
          <a:blip r:embed="rId2"/>
          <a:stretch>
            <a:fillRect/>
          </a:stretch>
        </p:blipFill>
        <p:spPr>
          <a:xfrm>
            <a:off x="8392537" y="76200"/>
            <a:ext cx="3187148" cy="6530701"/>
          </a:xfrm>
          <a:prstGeom prst="rect">
            <a:avLst/>
          </a:prstGeom>
        </p:spPr>
      </p:pic>
      <p:sp>
        <p:nvSpPr>
          <p:cNvPr id="14" name="TextBox 13"/>
          <p:cNvSpPr txBox="1"/>
          <p:nvPr/>
        </p:nvSpPr>
        <p:spPr>
          <a:xfrm>
            <a:off x="612315" y="2570905"/>
            <a:ext cx="6097656" cy="2308324"/>
          </a:xfrm>
          <a:prstGeom prst="rect">
            <a:avLst/>
          </a:prstGeom>
          <a:noFill/>
        </p:spPr>
        <p:txBody>
          <a:bodyPr wrap="square">
            <a:spAutoFit/>
          </a:bodyPr>
          <a:lstStyle/>
          <a:p>
            <a:pPr marL="285750" indent="-285750">
              <a:buFont typeface="Wingdings" panose="05000000000000000000" pitchFamily="2" charset="2"/>
              <a:buChar char="q"/>
            </a:pPr>
            <a:r>
              <a:rPr lang="en-IN" b="1" dirty="0">
                <a:solidFill>
                  <a:srgbClr val="7030A0"/>
                </a:solidFill>
              </a:rPr>
              <a:t>Weather Forecast for Hyderabad</a:t>
            </a:r>
          </a:p>
          <a:p>
            <a:pPr marL="285750" indent="-285750">
              <a:buFont typeface="Wingdings" panose="05000000000000000000" pitchFamily="2" charset="2"/>
              <a:buChar char="q"/>
            </a:pPr>
            <a:r>
              <a:rPr lang="en-IN" b="1" dirty="0">
                <a:solidFill>
                  <a:srgbClr val="7030A0"/>
                </a:solidFill>
              </a:rPr>
              <a:t>Title:</a:t>
            </a:r>
            <a:r>
              <a:rPr lang="en-IN" dirty="0">
                <a:solidFill>
                  <a:srgbClr val="7030A0"/>
                </a:solidFill>
              </a:rPr>
              <a:t> Today's Weather – Hyderabad 🌍</a:t>
            </a:r>
          </a:p>
          <a:p>
            <a:pPr marL="285750" indent="-285750">
              <a:buFont typeface="Wingdings" panose="05000000000000000000" pitchFamily="2" charset="2"/>
              <a:buChar char="q"/>
            </a:pPr>
            <a:r>
              <a:rPr lang="en-IN" b="1" dirty="0">
                <a:solidFill>
                  <a:srgbClr val="7030A0"/>
                </a:solidFill>
              </a:rPr>
              <a:t>Temperature:</a:t>
            </a:r>
            <a:r>
              <a:rPr lang="en-IN" dirty="0">
                <a:solidFill>
                  <a:srgbClr val="7030A0"/>
                </a:solidFill>
              </a:rPr>
              <a:t> 34°C 🌡️</a:t>
            </a:r>
          </a:p>
          <a:p>
            <a:pPr marL="285750" indent="-285750">
              <a:buFont typeface="Wingdings" panose="05000000000000000000" pitchFamily="2" charset="2"/>
              <a:buChar char="q"/>
            </a:pPr>
            <a:r>
              <a:rPr lang="en-IN" b="1" dirty="0">
                <a:solidFill>
                  <a:srgbClr val="7030A0"/>
                </a:solidFill>
              </a:rPr>
              <a:t>Feels Like:</a:t>
            </a:r>
            <a:r>
              <a:rPr lang="en-IN" dirty="0">
                <a:solidFill>
                  <a:srgbClr val="7030A0"/>
                </a:solidFill>
              </a:rPr>
              <a:t> 32°C</a:t>
            </a:r>
          </a:p>
          <a:p>
            <a:pPr marL="285750" indent="-285750">
              <a:buFont typeface="Wingdings" panose="05000000000000000000" pitchFamily="2" charset="2"/>
              <a:buChar char="q"/>
            </a:pPr>
            <a:r>
              <a:rPr lang="en-IN" b="1" dirty="0">
                <a:solidFill>
                  <a:srgbClr val="7030A0"/>
                </a:solidFill>
              </a:rPr>
              <a:t>Weather Condition:</a:t>
            </a:r>
            <a:r>
              <a:rPr lang="en-IN" dirty="0">
                <a:solidFill>
                  <a:srgbClr val="7030A0"/>
                </a:solidFill>
              </a:rPr>
              <a:t> Clear ☀️</a:t>
            </a:r>
          </a:p>
          <a:p>
            <a:pPr marL="285750" indent="-285750">
              <a:buFont typeface="Wingdings" panose="05000000000000000000" pitchFamily="2" charset="2"/>
              <a:buChar char="q"/>
            </a:pPr>
            <a:r>
              <a:rPr lang="en-IN" b="1" dirty="0">
                <a:solidFill>
                  <a:srgbClr val="7030A0"/>
                </a:solidFill>
              </a:rPr>
              <a:t>Hourly Forecast.</a:t>
            </a:r>
          </a:p>
          <a:p>
            <a:pPr marL="285750" indent="-285750">
              <a:buFont typeface="Wingdings" panose="05000000000000000000" pitchFamily="2" charset="2"/>
              <a:buChar char="q"/>
            </a:pPr>
            <a:r>
              <a:rPr lang="en-IN" b="1" dirty="0">
                <a:solidFill>
                  <a:srgbClr val="7030A0"/>
                </a:solidFill>
              </a:rPr>
              <a:t>Integrated with tomorrow.io API key to get fetch the weather news.</a:t>
            </a:r>
            <a:endParaRPr lang="en-IN" dirty="0">
              <a:solidFill>
                <a:srgbClr val="7030A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3B850FF-6169-4056-8077-06FFA93A5366}" type="slidenum">
              <a:rPr lang="en-US" smtClean="0"/>
              <a:t>9</a:t>
            </a:fld>
            <a:endParaRPr lang="en-US" dirty="0"/>
          </a:p>
        </p:txBody>
      </p:sp>
      <p:sp>
        <p:nvSpPr>
          <p:cNvPr id="8" name="TextBox 7"/>
          <p:cNvSpPr txBox="1"/>
          <p:nvPr/>
        </p:nvSpPr>
        <p:spPr>
          <a:xfrm>
            <a:off x="153894" y="1421747"/>
            <a:ext cx="6096000" cy="523220"/>
          </a:xfrm>
          <a:prstGeom prst="rect">
            <a:avLst/>
          </a:prstGeom>
          <a:noFill/>
        </p:spPr>
        <p:txBody>
          <a:bodyPr wrap="square">
            <a:spAutoFit/>
          </a:bodyPr>
          <a:lstStyle/>
          <a:p>
            <a:r>
              <a:rPr lang="en-IN" sz="2800" b="1" u="sng" dirty="0">
                <a:solidFill>
                  <a:srgbClr val="00B050"/>
                </a:solidFill>
                <a:latin typeface="Arial Black" panose="020B0A04020102020204" pitchFamily="34" charset="0"/>
              </a:rPr>
              <a:t>Nearby Agriculture Stores</a:t>
            </a:r>
          </a:p>
        </p:txBody>
      </p:sp>
      <p:sp>
        <p:nvSpPr>
          <p:cNvPr id="10" name="TextBox 9"/>
          <p:cNvSpPr txBox="1"/>
          <p:nvPr/>
        </p:nvSpPr>
        <p:spPr>
          <a:xfrm>
            <a:off x="415060" y="2804661"/>
            <a:ext cx="4143451" cy="64633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Arial Black" panose="020B0A04020102020204" pitchFamily="34" charset="0"/>
              </a:rPr>
              <a:t>Find the Best Agriculture Stores Near You 🌱</a:t>
            </a:r>
            <a:endParaRPr lang="en-IN" dirty="0">
              <a:latin typeface="Arial Black" panose="020B0A04020102020204" pitchFamily="34" charset="0"/>
            </a:endParaRPr>
          </a:p>
        </p:txBody>
      </p:sp>
      <p:pic>
        <p:nvPicPr>
          <p:cNvPr id="12" name="Picture 11"/>
          <p:cNvPicPr>
            <a:picLocks noChangeAspect="1"/>
          </p:cNvPicPr>
          <p:nvPr/>
        </p:nvPicPr>
        <p:blipFill>
          <a:blip r:embed="rId2"/>
          <a:stretch>
            <a:fillRect/>
          </a:stretch>
        </p:blipFill>
        <p:spPr>
          <a:xfrm>
            <a:off x="6159511" y="202096"/>
            <a:ext cx="3036787" cy="6579704"/>
          </a:xfrm>
          <a:prstGeom prst="rect">
            <a:avLst/>
          </a:prstGeom>
        </p:spPr>
      </p:pic>
      <p:pic>
        <p:nvPicPr>
          <p:cNvPr id="14" name="Picture 13"/>
          <p:cNvPicPr>
            <a:picLocks noChangeAspect="1"/>
          </p:cNvPicPr>
          <p:nvPr/>
        </p:nvPicPr>
        <p:blipFill>
          <a:blip r:embed="rId3"/>
          <a:stretch>
            <a:fillRect/>
          </a:stretch>
        </p:blipFill>
        <p:spPr>
          <a:xfrm>
            <a:off x="9276611" y="202096"/>
            <a:ext cx="2716225" cy="6496867"/>
          </a:xfrm>
          <a:prstGeom prst="rect">
            <a:avLst/>
          </a:prstGeom>
        </p:spPr>
      </p:pic>
      <p:sp>
        <p:nvSpPr>
          <p:cNvPr id="16" name="TextBox 15"/>
          <p:cNvSpPr txBox="1"/>
          <p:nvPr/>
        </p:nvSpPr>
        <p:spPr>
          <a:xfrm>
            <a:off x="415060" y="4655244"/>
            <a:ext cx="6097656"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Arial Rounded MT Bold" panose="020F0704030504030204" pitchFamily="34" charset="0"/>
              </a:rPr>
              <a:t>Click “</a:t>
            </a:r>
            <a:r>
              <a:rPr lang="en-US" b="1" dirty="0">
                <a:solidFill>
                  <a:srgbClr val="7030A0"/>
                </a:solidFill>
                <a:latin typeface="Arial Rounded MT Bold" panose="020F0704030504030204" pitchFamily="34" charset="0"/>
              </a:rPr>
              <a:t>Location</a:t>
            </a:r>
            <a:r>
              <a:rPr lang="en-US" dirty="0">
                <a:latin typeface="Arial Rounded MT Bold" panose="020F0704030504030204" pitchFamily="34" charset="0"/>
              </a:rPr>
              <a:t>” to navigate to the store 📍</a:t>
            </a:r>
            <a:endParaRPr lang="en-IN" dirty="0">
              <a:latin typeface="Arial Rounded MT Bold" panose="020F0704030504030204" pitchFamily="34" charset="0"/>
            </a:endParaRPr>
          </a:p>
        </p:txBody>
      </p:sp>
      <p:sp>
        <p:nvSpPr>
          <p:cNvPr id="9" name="TextBox 8">
            <a:extLst>
              <a:ext uri="{FF2B5EF4-FFF2-40B4-BE49-F238E27FC236}">
                <a16:creationId xmlns:a16="http://schemas.microsoft.com/office/drawing/2014/main" id="{96F6A9CC-FEB1-0EBB-D8B7-03DDA067557B}"/>
              </a:ext>
            </a:extLst>
          </p:cNvPr>
          <p:cNvSpPr txBox="1"/>
          <p:nvPr/>
        </p:nvSpPr>
        <p:spPr>
          <a:xfrm>
            <a:off x="458694" y="3729952"/>
            <a:ext cx="5510135" cy="646331"/>
          </a:xfrm>
          <a:prstGeom prst="rect">
            <a:avLst/>
          </a:prstGeom>
          <a:noFill/>
        </p:spPr>
        <p:txBody>
          <a:bodyPr wrap="square">
            <a:spAutoFit/>
          </a:bodyPr>
          <a:lstStyle/>
          <a:p>
            <a:pPr marL="285750" indent="-285750">
              <a:buFont typeface="Wingdings" panose="05000000000000000000" pitchFamily="2" charset="2"/>
              <a:buChar char="Ø"/>
            </a:pPr>
            <a:r>
              <a:rPr lang="en-IN" b="1" dirty="0"/>
              <a:t>Fertilizers &amp; Pesticides</a:t>
            </a:r>
            <a:r>
              <a:rPr lang="en-IN" dirty="0"/>
              <a:t> – Recommendations &amp; online store</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4893" y="812261"/>
            <a:ext cx="6393292" cy="707886"/>
          </a:xfrm>
          <a:prstGeom prst="rect">
            <a:avLst/>
          </a:prstGeom>
          <a:noFill/>
        </p:spPr>
        <p:txBody>
          <a:bodyPr wrap="square">
            <a:spAutoFit/>
          </a:bodyPr>
          <a:lstStyle/>
          <a:p>
            <a:r>
              <a:rPr lang="en-US" sz="4000" u="sng" dirty="0">
                <a:solidFill>
                  <a:srgbClr val="00B050"/>
                </a:solidFill>
                <a:latin typeface="Arial Black" panose="020B0A04020102020204" pitchFamily="34" charset="0"/>
              </a:rPr>
              <a:t>O</a:t>
            </a:r>
            <a:r>
              <a:rPr lang="en-IN" sz="4000" u="sng" dirty="0">
                <a:solidFill>
                  <a:srgbClr val="00B050"/>
                </a:solidFill>
                <a:latin typeface="Arial Black" panose="020B0A04020102020204" pitchFamily="34" charset="0"/>
              </a:rPr>
              <a:t>ur Store Delivers:</a:t>
            </a:r>
          </a:p>
        </p:txBody>
      </p:sp>
      <p:sp>
        <p:nvSpPr>
          <p:cNvPr id="10" name="TextBox 9"/>
          <p:cNvSpPr txBox="1"/>
          <p:nvPr/>
        </p:nvSpPr>
        <p:spPr>
          <a:xfrm>
            <a:off x="534893" y="4584041"/>
            <a:ext cx="6193315" cy="830997"/>
          </a:xfrm>
          <a:prstGeom prst="rect">
            <a:avLst/>
          </a:prstGeom>
          <a:noFill/>
        </p:spPr>
        <p:txBody>
          <a:bodyPr wrap="square">
            <a:spAutoFit/>
          </a:bodyPr>
          <a:lstStyle/>
          <a:p>
            <a:pPr marL="342900" indent="-342900">
              <a:buFont typeface="Wingdings" panose="05000000000000000000" pitchFamily="2" charset="2"/>
              <a:buChar char="q"/>
            </a:pPr>
            <a:r>
              <a:rPr lang="en-US" sz="2400" dirty="0">
                <a:latin typeface="Arial Narrow" panose="020B0606020202030204" pitchFamily="34" charset="0"/>
              </a:rPr>
              <a:t>Add to </a:t>
            </a:r>
            <a:r>
              <a:rPr lang="en-US" sz="2400" b="1" u="sng" dirty="0">
                <a:solidFill>
                  <a:srgbClr val="7030A0"/>
                </a:solidFill>
                <a:latin typeface="Arial Narrow" panose="020B0606020202030204" pitchFamily="34" charset="0"/>
              </a:rPr>
              <a:t>cart</a:t>
            </a:r>
            <a:r>
              <a:rPr lang="en-US" sz="2400" dirty="0">
                <a:latin typeface="Arial Narrow" panose="020B0606020202030204" pitchFamily="34" charset="0"/>
              </a:rPr>
              <a:t> and boost your </a:t>
            </a:r>
            <a:r>
              <a:rPr lang="en-US" sz="2400" b="1" u="sng" dirty="0">
                <a:solidFill>
                  <a:srgbClr val="7030A0"/>
                </a:solidFill>
                <a:latin typeface="Arial Narrow" panose="020B0606020202030204" pitchFamily="34" charset="0"/>
              </a:rPr>
              <a:t>farm's</a:t>
            </a:r>
            <a:r>
              <a:rPr lang="en-US" sz="2400" dirty="0">
                <a:latin typeface="Arial Narrow" panose="020B0606020202030204" pitchFamily="34" charset="0"/>
              </a:rPr>
              <a:t> productivity! 🛒</a:t>
            </a:r>
            <a:endParaRPr lang="en-IN" sz="2400" dirty="0">
              <a:latin typeface="Arial Narrow" panose="020B0606020202030204" pitchFamily="34" charset="0"/>
            </a:endParaRPr>
          </a:p>
        </p:txBody>
      </p:sp>
      <p:sp>
        <p:nvSpPr>
          <p:cNvPr id="12" name="TextBox 11"/>
          <p:cNvSpPr txBox="1"/>
          <p:nvPr/>
        </p:nvSpPr>
        <p:spPr>
          <a:xfrm>
            <a:off x="534893" y="2137533"/>
            <a:ext cx="6096000" cy="463012"/>
          </a:xfrm>
          <a:prstGeom prst="rect">
            <a:avLst/>
          </a:prstGeom>
          <a:noFill/>
        </p:spPr>
        <p:txBody>
          <a:bodyPr wrap="square">
            <a:spAutoFit/>
          </a:bodyPr>
          <a:lstStyle/>
          <a:p>
            <a:pPr marL="457200" indent="-457200">
              <a:lnSpc>
                <a:spcPts val="2750"/>
              </a:lnSpc>
              <a:buFont typeface="Wingdings" panose="05000000000000000000" pitchFamily="2" charset="2"/>
              <a:buChar char="q"/>
            </a:pPr>
            <a:r>
              <a:rPr lang="en-US" sz="2800" dirty="0">
                <a:solidFill>
                  <a:srgbClr val="002060"/>
                </a:solidFill>
                <a:latin typeface="Bodoni MT" panose="02070603080606020203" pitchFamily="18" charset="0"/>
                <a:ea typeface="Kanit Light" pitchFamily="34" charset="-122"/>
                <a:cs typeface="Kanit Light" pitchFamily="34" charset="-120"/>
              </a:rPr>
              <a:t>Convenient Shopping</a:t>
            </a:r>
            <a:endParaRPr lang="en-US" sz="2800" dirty="0">
              <a:solidFill>
                <a:srgbClr val="002060"/>
              </a:solidFill>
              <a:latin typeface="Bodoni MT" panose="02070603080606020203" pitchFamily="18" charset="0"/>
            </a:endParaRPr>
          </a:p>
        </p:txBody>
      </p:sp>
      <p:sp>
        <p:nvSpPr>
          <p:cNvPr id="14" name="TextBox 13"/>
          <p:cNvSpPr txBox="1"/>
          <p:nvPr/>
        </p:nvSpPr>
        <p:spPr>
          <a:xfrm>
            <a:off x="534893" y="2870526"/>
            <a:ext cx="6096000" cy="466025"/>
          </a:xfrm>
          <a:prstGeom prst="rect">
            <a:avLst/>
          </a:prstGeom>
          <a:noFill/>
        </p:spPr>
        <p:txBody>
          <a:bodyPr wrap="square">
            <a:spAutoFit/>
          </a:bodyPr>
          <a:lstStyle/>
          <a:p>
            <a:pPr marL="457200" indent="-457200">
              <a:lnSpc>
                <a:spcPts val="2850"/>
              </a:lnSpc>
              <a:buFont typeface="Wingdings" panose="05000000000000000000" pitchFamily="2" charset="2"/>
              <a:buChar char="q"/>
            </a:pPr>
            <a:r>
              <a:rPr lang="en-US" sz="2400" dirty="0">
                <a:solidFill>
                  <a:srgbClr val="002060"/>
                </a:solidFill>
                <a:latin typeface="Martel Sans" pitchFamily="34" charset="0"/>
                <a:ea typeface="Martel Sans" pitchFamily="34" charset="-122"/>
                <a:cs typeface="Martel Sans" pitchFamily="34" charset="-120"/>
              </a:rPr>
              <a:t>Shop for fertilizers and tools with ease.</a:t>
            </a:r>
            <a:endParaRPr lang="en-US" sz="2400" dirty="0">
              <a:solidFill>
                <a:srgbClr val="002060"/>
              </a:solidFill>
            </a:endParaRPr>
          </a:p>
        </p:txBody>
      </p:sp>
      <p:sp>
        <p:nvSpPr>
          <p:cNvPr id="16" name="TextBox 15"/>
          <p:cNvSpPr txBox="1"/>
          <p:nvPr/>
        </p:nvSpPr>
        <p:spPr>
          <a:xfrm>
            <a:off x="534893" y="3698686"/>
            <a:ext cx="6097656" cy="523220"/>
          </a:xfrm>
          <a:prstGeom prst="rect">
            <a:avLst/>
          </a:prstGeom>
          <a:noFill/>
        </p:spPr>
        <p:txBody>
          <a:bodyPr wrap="square">
            <a:spAutoFit/>
          </a:bodyPr>
          <a:lstStyle/>
          <a:p>
            <a:pPr marL="342900" indent="-342900">
              <a:buFont typeface="Wingdings" panose="05000000000000000000" pitchFamily="2" charset="2"/>
              <a:buChar char="q"/>
            </a:pPr>
            <a:r>
              <a:rPr lang="en-US" sz="2800" dirty="0">
                <a:latin typeface="Arial Narrow" panose="020B0606020202030204" pitchFamily="34" charset="0"/>
              </a:rPr>
              <a:t>Best Deals on Farming Essentials 🌾</a:t>
            </a:r>
            <a:endParaRPr lang="en-IN" sz="2800" dirty="0">
              <a:latin typeface="Arial Narrow" panose="020B0606020202030204" pitchFamily="34" charset="0"/>
            </a:endParaRPr>
          </a:p>
        </p:txBody>
      </p:sp>
      <p:pic>
        <p:nvPicPr>
          <p:cNvPr id="18" name="Picture 17"/>
          <p:cNvPicPr>
            <a:picLocks noChangeAspect="1"/>
          </p:cNvPicPr>
          <p:nvPr/>
        </p:nvPicPr>
        <p:blipFill>
          <a:blip r:embed="rId2"/>
          <a:stretch>
            <a:fillRect/>
          </a:stretch>
        </p:blipFill>
        <p:spPr>
          <a:xfrm>
            <a:off x="7923306" y="-159026"/>
            <a:ext cx="3165231"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73B850FF-6169-4056-8077-06FFA93A5366}" type="slidenum">
              <a:rPr lang="en-US" smtClean="0"/>
              <a:t>11</a:t>
            </a:fld>
            <a:endParaRPr lang="en-US" dirty="0"/>
          </a:p>
        </p:txBody>
      </p:sp>
      <p:sp>
        <p:nvSpPr>
          <p:cNvPr id="6" name="TextBox 5"/>
          <p:cNvSpPr txBox="1"/>
          <p:nvPr/>
        </p:nvSpPr>
        <p:spPr>
          <a:xfrm>
            <a:off x="369242" y="1729302"/>
            <a:ext cx="6097656" cy="861774"/>
          </a:xfrm>
          <a:prstGeom prst="rect">
            <a:avLst/>
          </a:prstGeom>
          <a:noFill/>
        </p:spPr>
        <p:txBody>
          <a:bodyPr wrap="square">
            <a:spAutoFit/>
          </a:bodyPr>
          <a:lstStyle/>
          <a:p>
            <a:r>
              <a:rPr lang="en-US" sz="3200" b="1" u="sng" dirty="0">
                <a:solidFill>
                  <a:srgbClr val="00B050"/>
                </a:solidFill>
              </a:rPr>
              <a:t>Help Center &amp; Support</a:t>
            </a:r>
          </a:p>
          <a:p>
            <a:r>
              <a:rPr lang="en-US" b="1" dirty="0"/>
              <a:t>Title:</a:t>
            </a:r>
            <a:r>
              <a:rPr lang="en-US" dirty="0"/>
              <a:t> Need Assistance? We're Here to Help! 💬</a:t>
            </a:r>
          </a:p>
        </p:txBody>
      </p:sp>
      <p:pic>
        <p:nvPicPr>
          <p:cNvPr id="8" name="Picture 7"/>
          <p:cNvPicPr>
            <a:picLocks noChangeAspect="1"/>
          </p:cNvPicPr>
          <p:nvPr/>
        </p:nvPicPr>
        <p:blipFill>
          <a:blip r:embed="rId2"/>
          <a:stretch>
            <a:fillRect/>
          </a:stretch>
        </p:blipFill>
        <p:spPr>
          <a:xfrm>
            <a:off x="5567140" y="362922"/>
            <a:ext cx="2924867" cy="5963478"/>
          </a:xfrm>
          <a:prstGeom prst="rect">
            <a:avLst/>
          </a:prstGeom>
        </p:spPr>
      </p:pic>
      <p:sp>
        <p:nvSpPr>
          <p:cNvPr id="10" name="TextBox 9"/>
          <p:cNvSpPr txBox="1"/>
          <p:nvPr/>
        </p:nvSpPr>
        <p:spPr>
          <a:xfrm>
            <a:off x="369242" y="3059668"/>
            <a:ext cx="6097656" cy="861774"/>
          </a:xfrm>
          <a:prstGeom prst="rect">
            <a:avLst/>
          </a:prstGeom>
          <a:noFill/>
        </p:spPr>
        <p:txBody>
          <a:bodyPr wrap="square">
            <a:spAutoFit/>
          </a:bodyPr>
          <a:lstStyle/>
          <a:p>
            <a:r>
              <a:rPr lang="en-US" sz="3200" b="1" u="sng" dirty="0">
                <a:solidFill>
                  <a:srgbClr val="00B050"/>
                </a:solidFill>
              </a:rPr>
              <a:t>User Profile &amp; Settings</a:t>
            </a:r>
          </a:p>
          <a:p>
            <a:r>
              <a:rPr lang="en-US" b="1" dirty="0"/>
              <a:t>Title:</a:t>
            </a:r>
            <a:r>
              <a:rPr lang="en-US" dirty="0"/>
              <a:t> Manage Your Profile Easily! 🛠️</a:t>
            </a:r>
          </a:p>
        </p:txBody>
      </p:sp>
      <p:pic>
        <p:nvPicPr>
          <p:cNvPr id="12" name="Picture 11"/>
          <p:cNvPicPr>
            <a:picLocks noChangeAspect="1"/>
          </p:cNvPicPr>
          <p:nvPr/>
        </p:nvPicPr>
        <p:blipFill>
          <a:blip r:embed="rId3"/>
          <a:stretch>
            <a:fillRect/>
          </a:stretch>
        </p:blipFill>
        <p:spPr>
          <a:xfrm>
            <a:off x="8808439" y="308446"/>
            <a:ext cx="2924867" cy="6017954"/>
          </a:xfrm>
          <a:prstGeom prst="rect">
            <a:avLst/>
          </a:prstGeom>
        </p:spPr>
      </p:pic>
      <p:sp>
        <p:nvSpPr>
          <p:cNvPr id="14" name="TextBox 13"/>
          <p:cNvSpPr txBox="1"/>
          <p:nvPr/>
        </p:nvSpPr>
        <p:spPr>
          <a:xfrm>
            <a:off x="372574" y="4508368"/>
            <a:ext cx="6094324" cy="369332"/>
          </a:xfrm>
          <a:prstGeom prst="rect">
            <a:avLst/>
          </a:prstGeom>
          <a:noFill/>
        </p:spPr>
        <p:txBody>
          <a:bodyPr wrap="square">
            <a:spAutoFit/>
          </a:bodyPr>
          <a:lstStyle/>
          <a:p>
            <a:r>
              <a:rPr lang="en-IN" dirty="0"/>
              <a:t>🔐 </a:t>
            </a:r>
            <a:r>
              <a:rPr lang="en-IN" b="1" dirty="0">
                <a:solidFill>
                  <a:srgbClr val="FF0000"/>
                </a:solidFill>
              </a:rPr>
              <a:t>Log Out </a:t>
            </a:r>
            <a:r>
              <a:rPr lang="en-IN" b="1" dirty="0"/>
              <a:t>Securely</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73B850FF-6169-4056-8077-06FFA93A5366}" type="slidenum">
              <a:rPr lang="en-US" smtClean="0"/>
              <a:t>12</a:t>
            </a:fld>
            <a:endParaRPr lang="en-US" dirty="0"/>
          </a:p>
        </p:txBody>
      </p:sp>
      <p:sp>
        <p:nvSpPr>
          <p:cNvPr id="6" name="TextBox 5"/>
          <p:cNvSpPr txBox="1"/>
          <p:nvPr/>
        </p:nvSpPr>
        <p:spPr>
          <a:xfrm>
            <a:off x="1775209" y="1284213"/>
            <a:ext cx="8641582" cy="2876044"/>
          </a:xfrm>
          <a:prstGeom prst="rect">
            <a:avLst/>
          </a:prstGeom>
          <a:noFill/>
        </p:spPr>
        <p:txBody>
          <a:bodyPr wrap="square">
            <a:spAutoFit/>
          </a:bodyPr>
          <a:lstStyle/>
          <a:p>
            <a:pPr algn="ctr"/>
            <a:r>
              <a:rPr lang="en-IN" sz="3200" b="1" u="sng" dirty="0">
                <a:solidFill>
                  <a:schemeClr val="accent1"/>
                </a:solidFill>
              </a:rPr>
              <a:t>Conclusion </a:t>
            </a:r>
          </a:p>
          <a:p>
            <a:endParaRPr lang="en-IN" sz="3200" b="1" dirty="0">
              <a:solidFill>
                <a:schemeClr val="accent1"/>
              </a:solidFill>
            </a:endParaRPr>
          </a:p>
          <a:p>
            <a:pPr algn="just">
              <a:lnSpc>
                <a:spcPct val="150000"/>
              </a:lnSpc>
            </a:pPr>
            <a:r>
              <a:rPr lang="en-US" sz="2000" dirty="0">
                <a:latin typeface="Arial Black" panose="020B0A04020102020204" pitchFamily="34" charset="0"/>
              </a:rPr>
              <a:t>This app serves a valuable resource about disease detection &amp; real-time insights. Optimal use of fertilizers and pesticides. Easy ordering ,tracking and personalized settings. Supporting eco-friendly &amp; high yield agriculture.</a:t>
            </a:r>
            <a:endParaRPr lang="en-IN" sz="2000" dirty="0">
              <a:latin typeface="Arial Black" panose="020B0A04020102020204" pitchFamily="34" charset="0"/>
            </a:endParaRPr>
          </a:p>
        </p:txBody>
      </p:sp>
      <p:sp>
        <p:nvSpPr>
          <p:cNvPr id="8" name="TextBox 7"/>
          <p:cNvSpPr txBox="1"/>
          <p:nvPr/>
        </p:nvSpPr>
        <p:spPr>
          <a:xfrm>
            <a:off x="3508549" y="4465791"/>
            <a:ext cx="6094324" cy="1107996"/>
          </a:xfrm>
          <a:prstGeom prst="rect">
            <a:avLst/>
          </a:prstGeom>
          <a:noFill/>
        </p:spPr>
        <p:txBody>
          <a:bodyPr wrap="square">
            <a:spAutoFit/>
          </a:bodyPr>
          <a:lstStyle/>
          <a:p>
            <a:r>
              <a:rPr lang="en-IN" sz="66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r>
              <a:rPr lang="en-IN" sz="6600" dirty="0">
                <a:ln/>
                <a:solidFill>
                  <a:schemeClr val="tx1"/>
                </a:solidFill>
                <a:effectLst>
                  <a:outerShdw blurRad="38100" dist="19050" dir="2700000" algn="tl" rotWithShape="0">
                    <a:schemeClr val="dk1">
                      <a:alpha val="40000"/>
                    </a:schemeClr>
                  </a:outerShdw>
                </a:effectLst>
              </a:rPr>
              <a:t> </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E0FB4-E2A3-3BAE-2375-74BC6EF81F30}"/>
              </a:ext>
            </a:extLst>
          </p:cNvPr>
          <p:cNvSpPr>
            <a:spLocks noGrp="1"/>
          </p:cNvSpPr>
          <p:nvPr>
            <p:ph type="title"/>
          </p:nvPr>
        </p:nvSpPr>
        <p:spPr/>
        <p:txBody>
          <a:bodyPr/>
          <a:lstStyle/>
          <a:p>
            <a:r>
              <a:rPr lang="en-US" dirty="0">
                <a:solidFill>
                  <a:srgbClr val="00B050"/>
                </a:solidFill>
              </a:rPr>
              <a:t>Future Scope</a:t>
            </a:r>
            <a:endParaRPr lang="en-IN" dirty="0">
              <a:solidFill>
                <a:srgbClr val="00B050"/>
              </a:solidFill>
            </a:endParaRPr>
          </a:p>
        </p:txBody>
      </p:sp>
      <p:sp>
        <p:nvSpPr>
          <p:cNvPr id="3" name="Content Placeholder 2">
            <a:extLst>
              <a:ext uri="{FF2B5EF4-FFF2-40B4-BE49-F238E27FC236}">
                <a16:creationId xmlns:a16="http://schemas.microsoft.com/office/drawing/2014/main" id="{164A7A74-85D4-00C8-AE9E-61FCEE4556E7}"/>
              </a:ext>
            </a:extLst>
          </p:cNvPr>
          <p:cNvSpPr>
            <a:spLocks noGrp="1"/>
          </p:cNvSpPr>
          <p:nvPr>
            <p:ph idx="1"/>
          </p:nvPr>
        </p:nvSpPr>
        <p:spPr>
          <a:xfrm>
            <a:off x="458694" y="1949450"/>
            <a:ext cx="11274612" cy="3456563"/>
          </a:xfrm>
        </p:spPr>
        <p:txBody>
          <a:bodyPr/>
          <a:lstStyle/>
          <a:p>
            <a:r>
              <a:rPr lang="en-US" dirty="0"/>
              <a:t>Language modulations.</a:t>
            </a:r>
          </a:p>
          <a:p>
            <a:r>
              <a:rPr lang="en-US" dirty="0"/>
              <a:t>Agriculture rentals.</a:t>
            </a:r>
          </a:p>
          <a:p>
            <a:r>
              <a:rPr lang="en-US" dirty="0"/>
              <a:t>Crop selling section.</a:t>
            </a:r>
          </a:p>
          <a:p>
            <a:r>
              <a:rPr lang="en-US" dirty="0"/>
              <a:t>Drone technology.</a:t>
            </a:r>
          </a:p>
          <a:p>
            <a:r>
              <a:rPr lang="en-US" dirty="0"/>
              <a:t>Empowering farmers with AI chatbots.</a:t>
            </a:r>
          </a:p>
          <a:p>
            <a:endParaRPr lang="en-US" dirty="0"/>
          </a:p>
          <a:p>
            <a:endParaRPr lang="en-IN" dirty="0"/>
          </a:p>
        </p:txBody>
      </p:sp>
      <p:sp>
        <p:nvSpPr>
          <p:cNvPr id="4" name="Date Placeholder 3">
            <a:extLst>
              <a:ext uri="{FF2B5EF4-FFF2-40B4-BE49-F238E27FC236}">
                <a16:creationId xmlns:a16="http://schemas.microsoft.com/office/drawing/2014/main" id="{35C1166E-540C-51BC-58F6-04AD298157C2}"/>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EA65181-8497-CAFD-5462-ED1CA9E2FE90}"/>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D9F563E-0146-637E-B16E-8DD835C5971E}"/>
              </a:ext>
            </a:extLst>
          </p:cNvPr>
          <p:cNvSpPr>
            <a:spLocks noGrp="1"/>
          </p:cNvSpPr>
          <p:nvPr>
            <p:ph type="sldNum" sz="quarter" idx="12"/>
          </p:nvPr>
        </p:nvSpPr>
        <p:spPr/>
        <p:txBody>
          <a:bodyPr/>
          <a:lstStyle/>
          <a:p>
            <a:fld id="{73B850FF-6169-4056-8077-06FFA93A5366}" type="slidenum">
              <a:rPr lang="en-US" smtClean="0"/>
              <a:t>13</a:t>
            </a:fld>
            <a:endParaRPr lang="en-US" dirty="0"/>
          </a:p>
        </p:txBody>
      </p:sp>
      <p:pic>
        <p:nvPicPr>
          <p:cNvPr id="8" name="Picture 7">
            <a:extLst>
              <a:ext uri="{FF2B5EF4-FFF2-40B4-BE49-F238E27FC236}">
                <a16:creationId xmlns:a16="http://schemas.microsoft.com/office/drawing/2014/main" id="{D12AF951-5CF1-AF48-BE07-165BB91B319C}"/>
              </a:ext>
            </a:extLst>
          </p:cNvPr>
          <p:cNvPicPr>
            <a:picLocks noChangeAspect="1"/>
          </p:cNvPicPr>
          <p:nvPr/>
        </p:nvPicPr>
        <p:blipFill>
          <a:blip r:embed="rId2"/>
          <a:srcRect b="12626"/>
          <a:stretch/>
        </p:blipFill>
        <p:spPr>
          <a:xfrm>
            <a:off x="6953459" y="938788"/>
            <a:ext cx="4592097" cy="3833193"/>
          </a:xfrm>
          <a:prstGeom prst="rect">
            <a:avLst/>
          </a:prstGeom>
        </p:spPr>
      </p:pic>
    </p:spTree>
    <p:extLst>
      <p:ext uri="{BB962C8B-B14F-4D97-AF65-F5344CB8AC3E}">
        <p14:creationId xmlns:p14="http://schemas.microsoft.com/office/powerpoint/2010/main" val="26926175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DappledVTI">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1377AF-B80E-4F93-8088-50DE225F3452}">
  <ds:schemaRefs/>
</ds:datastoreItem>
</file>

<file path=customXml/itemProps2.xml><?xml version="1.0" encoding="utf-8"?>
<ds:datastoreItem xmlns:ds="http://schemas.openxmlformats.org/officeDocument/2006/customXml" ds:itemID="{D88EF3A0-5A01-4576-8764-452FD3A2CB70}">
  <ds:schemaRefs/>
</ds:datastoreItem>
</file>

<file path=customXml/itemProps3.xml><?xml version="1.0" encoding="utf-8"?>
<ds:datastoreItem xmlns:ds="http://schemas.openxmlformats.org/officeDocument/2006/customXml" ds:itemID="{9841D0F8-A96E-436B-B6A7-2AFF6F30F99F}">
  <ds:schemaRefs/>
</ds:datastoreItem>
</file>

<file path=docProps/app.xml><?xml version="1.0" encoding="utf-8"?>
<Properties xmlns="http://schemas.openxmlformats.org/officeDocument/2006/extended-properties" xmlns:vt="http://schemas.openxmlformats.org/officeDocument/2006/docPropsVTypes">
  <TotalTime>74</TotalTime>
  <Words>528</Words>
  <Application>Microsoft Office PowerPoint</Application>
  <PresentationFormat>Widescreen</PresentationFormat>
  <Paragraphs>84</Paragraphs>
  <Slides>13</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13</vt:i4>
      </vt:variant>
    </vt:vector>
  </HeadingPairs>
  <TitlesOfParts>
    <vt:vector size="27" baseType="lpstr">
      <vt:lpstr>Arial</vt:lpstr>
      <vt:lpstr>Arial Black</vt:lpstr>
      <vt:lpstr>Arial Narrow</vt:lpstr>
      <vt:lpstr>Arial Rounded MT Bold</vt:lpstr>
      <vt:lpstr>Avenir Next LT Pro</vt:lpstr>
      <vt:lpstr>AvenirNext LT Pro Medium</vt:lpstr>
      <vt:lpstr>Bodoni MT</vt:lpstr>
      <vt:lpstr>Calibri</vt:lpstr>
      <vt:lpstr>Martel Sans</vt:lpstr>
      <vt:lpstr>Posterama</vt:lpstr>
      <vt:lpstr>Sabon Next LT</vt:lpstr>
      <vt:lpstr>Segoe UI Semilight</vt:lpstr>
      <vt:lpstr>Wingdings</vt:lpstr>
      <vt:lpstr>DappledVTI</vt:lpstr>
      <vt:lpstr>SMART CROP CARE</vt:lpstr>
      <vt:lpstr>MISSION</vt:lpstr>
      <vt:lpstr>Sign Up!!!</vt:lpstr>
      <vt:lpstr>  Login!!</vt:lpstr>
      <vt:lpstr>Empowering Farmers with AI-driven Solutions</vt:lpstr>
      <vt:lpstr>🌿 Plant Disease Detection</vt:lpstr>
      <vt:lpstr>PowerPoint Presentation</vt:lpstr>
      <vt:lpstr>PowerPoint Presentation</vt:lpstr>
      <vt:lpstr>PowerPoint Presentation</vt:lpstr>
      <vt:lpstr>PowerPoint Presentation</vt:lpstr>
      <vt:lpstr>PowerPoint Presentation</vt:lpstr>
      <vt:lpstr>PowerPoint Presentation</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Srivyal Vuyyuri</dc:creator>
  <cp:lastModifiedBy>keerthan kumar</cp:lastModifiedBy>
  <cp:revision>5</cp:revision>
  <dcterms:created xsi:type="dcterms:W3CDTF">2025-02-19T17:08:00Z</dcterms:created>
  <dcterms:modified xsi:type="dcterms:W3CDTF">2025-02-28T05:57:46Z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C0B2E1D3F7E9457F9238C2ED86F77F4E_12</vt:lpwstr>
  </property>
  <property fmtid="{D5CDD505-2E9C-101B-9397-08002B2CF9AE}" pid="4" name="KSOProductBuildVer">
    <vt:lpwstr>1033-12.2.0.19805</vt:lpwstr>
  </property>
</Properties>
</file>